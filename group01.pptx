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6" r:id="rId1"/>
  </p:sldMasterIdLst>
  <p:notesMasterIdLst>
    <p:notesMasterId r:id="rId25"/>
  </p:notesMasterIdLst>
  <p:sldIdLst>
    <p:sldId id="256" r:id="rId2"/>
    <p:sldId id="258" r:id="rId3"/>
    <p:sldId id="294" r:id="rId4"/>
    <p:sldId id="259" r:id="rId5"/>
    <p:sldId id="321" r:id="rId6"/>
    <p:sldId id="346" r:id="rId7"/>
    <p:sldId id="260" r:id="rId8"/>
    <p:sldId id="268" r:id="rId9"/>
    <p:sldId id="262" r:id="rId10"/>
    <p:sldId id="295" r:id="rId11"/>
    <p:sldId id="272" r:id="rId12"/>
    <p:sldId id="300" r:id="rId13"/>
    <p:sldId id="299" r:id="rId14"/>
    <p:sldId id="296" r:id="rId15"/>
    <p:sldId id="271" r:id="rId16"/>
    <p:sldId id="298" r:id="rId17"/>
    <p:sldId id="303" r:id="rId18"/>
    <p:sldId id="276" r:id="rId19"/>
    <p:sldId id="347" r:id="rId20"/>
    <p:sldId id="301" r:id="rId21"/>
    <p:sldId id="343" r:id="rId22"/>
    <p:sldId id="344" r:id="rId23"/>
    <p:sldId id="305" r:id="rId2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240">
          <p15:clr>
            <a:srgbClr val="9AA0A6"/>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manshi Patel" initials="HP" lastIdx="1" clrIdx="0">
    <p:extLst>
      <p:ext uri="{19B8F6BF-5375-455C-9EA6-DF929625EA0E}">
        <p15:presenceInfo xmlns:p15="http://schemas.microsoft.com/office/powerpoint/2012/main" userId="fbe7dc7182caca0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07B3FEE-9E6A-4391-A829-5955E1F27A32}">
  <a:tblStyle styleId="{707B3FEE-9E6A-4391-A829-5955E1F27A3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7952" autoAdjust="0"/>
    <p:restoredTop sz="94660"/>
  </p:normalViewPr>
  <p:slideViewPr>
    <p:cSldViewPr snapToGrid="0">
      <p:cViewPr varScale="1">
        <p:scale>
          <a:sx n="110" d="100"/>
          <a:sy n="110" d="100"/>
        </p:scale>
        <p:origin x="91" y="418"/>
      </p:cViewPr>
      <p:guideLst>
        <p:guide orient="horz" pos="324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607d2fc18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607d2fc18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607d2fc189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607d2fc189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6025326c3a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6025326c3a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50417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41ab87a8fe_0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41ab87a8fe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6025326c3a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6025326c3a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31123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607d2fc189_0_75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607d2fc189_0_75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89776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6025326c3a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6025326c3a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07d2fc189_0_74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07d2fc189_0_74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41ab87a8fe_0_2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41ab87a8fe_0_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6025326c3a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6025326c3a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94291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607d2fc189_0_75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607d2fc189_0_75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6025326c3a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6025326c3a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86812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607d2fc189_0_75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 name="Google Shape;437;g607d2fc189_0_7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32031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6025326c3a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6025326c3a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64770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607d2fc189_0_75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 name="Google Shape;437;g607d2fc189_0_7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607d2fc189_0_75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607d2fc189_0_75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45835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6025326c3a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6025326c3a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31204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g607d2fc189_0_8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607d2fc189_0_8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07d2fc189_0_74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07d2fc189_0_74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716311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g607d2fc189_0_8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607d2fc189_0_8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28307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6025326c3a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6025326c3a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60990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607d2fc18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607d2fc18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16111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PENING SLIDE" type="title">
  <p:cSld name="TITLE">
    <p:spTree>
      <p:nvGrpSpPr>
        <p:cNvPr id="1" name="Shape 8"/>
        <p:cNvGrpSpPr/>
        <p:nvPr/>
      </p:nvGrpSpPr>
      <p:grpSpPr>
        <a:xfrm>
          <a:off x="0" y="0"/>
          <a:ext cx="0" cy="0"/>
          <a:chOff x="0" y="0"/>
          <a:chExt cx="0" cy="0"/>
        </a:xfrm>
      </p:grpSpPr>
      <p:sp>
        <p:nvSpPr>
          <p:cNvPr id="9" name="Google Shape;9;p2"/>
          <p:cNvSpPr/>
          <p:nvPr/>
        </p:nvSpPr>
        <p:spPr>
          <a:xfrm>
            <a:off x="2336550" y="994304"/>
            <a:ext cx="4470900" cy="2425800"/>
          </a:xfrm>
          <a:prstGeom prst="rect">
            <a:avLst/>
          </a:prstGeom>
          <a:solidFill>
            <a:srgbClr val="CADC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2883300" y="1961550"/>
            <a:ext cx="3377400" cy="6471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FFFFFF"/>
              </a:buClr>
              <a:buSzPts val="3000"/>
              <a:buNone/>
              <a:defRPr sz="3000">
                <a:solidFill>
                  <a:srgbClr val="FFFFFF"/>
                </a:solidFill>
              </a:defRPr>
            </a:lvl1pPr>
            <a:lvl2pPr lvl="1" algn="ctr">
              <a:spcBef>
                <a:spcPts val="0"/>
              </a:spcBef>
              <a:spcAft>
                <a:spcPts val="0"/>
              </a:spcAft>
              <a:buClr>
                <a:srgbClr val="FFFFFF"/>
              </a:buClr>
              <a:buSzPts val="3000"/>
              <a:buNone/>
              <a:defRPr sz="3000">
                <a:solidFill>
                  <a:srgbClr val="FFFFFF"/>
                </a:solidFill>
              </a:defRPr>
            </a:lvl2pPr>
            <a:lvl3pPr lvl="2" algn="ctr">
              <a:spcBef>
                <a:spcPts val="0"/>
              </a:spcBef>
              <a:spcAft>
                <a:spcPts val="0"/>
              </a:spcAft>
              <a:buClr>
                <a:srgbClr val="FFFFFF"/>
              </a:buClr>
              <a:buSzPts val="3000"/>
              <a:buNone/>
              <a:defRPr sz="3000">
                <a:solidFill>
                  <a:srgbClr val="FFFFFF"/>
                </a:solidFill>
              </a:defRPr>
            </a:lvl3pPr>
            <a:lvl4pPr lvl="3" algn="ctr">
              <a:spcBef>
                <a:spcPts val="0"/>
              </a:spcBef>
              <a:spcAft>
                <a:spcPts val="0"/>
              </a:spcAft>
              <a:buClr>
                <a:srgbClr val="FFFFFF"/>
              </a:buClr>
              <a:buSzPts val="3000"/>
              <a:buNone/>
              <a:defRPr sz="3000">
                <a:solidFill>
                  <a:srgbClr val="FFFFFF"/>
                </a:solidFill>
              </a:defRPr>
            </a:lvl4pPr>
            <a:lvl5pPr lvl="4" algn="ctr">
              <a:spcBef>
                <a:spcPts val="0"/>
              </a:spcBef>
              <a:spcAft>
                <a:spcPts val="0"/>
              </a:spcAft>
              <a:buClr>
                <a:srgbClr val="FFFFFF"/>
              </a:buClr>
              <a:buSzPts val="3000"/>
              <a:buNone/>
              <a:defRPr sz="3000">
                <a:solidFill>
                  <a:srgbClr val="FFFFFF"/>
                </a:solidFill>
              </a:defRPr>
            </a:lvl5pPr>
            <a:lvl6pPr lvl="5" algn="ctr">
              <a:spcBef>
                <a:spcPts val="0"/>
              </a:spcBef>
              <a:spcAft>
                <a:spcPts val="0"/>
              </a:spcAft>
              <a:buClr>
                <a:srgbClr val="FFFFFF"/>
              </a:buClr>
              <a:buSzPts val="3000"/>
              <a:buNone/>
              <a:defRPr sz="3000">
                <a:solidFill>
                  <a:srgbClr val="FFFFFF"/>
                </a:solidFill>
              </a:defRPr>
            </a:lvl6pPr>
            <a:lvl7pPr lvl="6" algn="ctr">
              <a:spcBef>
                <a:spcPts val="0"/>
              </a:spcBef>
              <a:spcAft>
                <a:spcPts val="0"/>
              </a:spcAft>
              <a:buClr>
                <a:srgbClr val="FFFFFF"/>
              </a:buClr>
              <a:buSzPts val="3000"/>
              <a:buNone/>
              <a:defRPr sz="3000">
                <a:solidFill>
                  <a:srgbClr val="FFFFFF"/>
                </a:solidFill>
              </a:defRPr>
            </a:lvl7pPr>
            <a:lvl8pPr lvl="7" algn="ctr">
              <a:spcBef>
                <a:spcPts val="0"/>
              </a:spcBef>
              <a:spcAft>
                <a:spcPts val="0"/>
              </a:spcAft>
              <a:buClr>
                <a:srgbClr val="FFFFFF"/>
              </a:buClr>
              <a:buSzPts val="3000"/>
              <a:buNone/>
              <a:defRPr sz="3000">
                <a:solidFill>
                  <a:srgbClr val="FFFFFF"/>
                </a:solidFill>
              </a:defRPr>
            </a:lvl8pPr>
            <a:lvl9pPr lvl="8" algn="ctr">
              <a:spcBef>
                <a:spcPts val="0"/>
              </a:spcBef>
              <a:spcAft>
                <a:spcPts val="0"/>
              </a:spcAft>
              <a:buClr>
                <a:srgbClr val="FFFFFF"/>
              </a:buClr>
              <a:buSzPts val="3000"/>
              <a:buNone/>
              <a:defRPr sz="3000">
                <a:solidFill>
                  <a:srgbClr val="FFFFFF"/>
                </a:solidFill>
              </a:defRPr>
            </a:lvl9pPr>
          </a:lstStyle>
          <a:p>
            <a:endParaRPr/>
          </a:p>
        </p:txBody>
      </p:sp>
      <p:sp>
        <p:nvSpPr>
          <p:cNvPr id="11" name="Google Shape;11;p2"/>
          <p:cNvSpPr txBox="1">
            <a:spLocks noGrp="1"/>
          </p:cNvSpPr>
          <p:nvPr>
            <p:ph type="subTitle" idx="1"/>
          </p:nvPr>
        </p:nvSpPr>
        <p:spPr>
          <a:xfrm>
            <a:off x="2910750" y="2483508"/>
            <a:ext cx="3322500" cy="375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rgbClr val="FFFFFF"/>
              </a:buClr>
              <a:buSzPts val="1200"/>
              <a:buNone/>
              <a:defRPr>
                <a:solidFill>
                  <a:srgbClr val="FFFFFF"/>
                </a:solidFill>
              </a:defRPr>
            </a:lvl1pPr>
            <a:lvl2pPr lvl="1" algn="ctr">
              <a:lnSpc>
                <a:spcPct val="100000"/>
              </a:lnSpc>
              <a:spcBef>
                <a:spcPts val="0"/>
              </a:spcBef>
              <a:spcAft>
                <a:spcPts val="0"/>
              </a:spcAft>
              <a:buClr>
                <a:srgbClr val="FFFFFF"/>
              </a:buClr>
              <a:buSzPts val="2800"/>
              <a:buNone/>
              <a:defRPr sz="2800">
                <a:solidFill>
                  <a:srgbClr val="FFFFFF"/>
                </a:solidFill>
              </a:defRPr>
            </a:lvl2pPr>
            <a:lvl3pPr lvl="2" algn="ctr">
              <a:lnSpc>
                <a:spcPct val="100000"/>
              </a:lnSpc>
              <a:spcBef>
                <a:spcPts val="0"/>
              </a:spcBef>
              <a:spcAft>
                <a:spcPts val="0"/>
              </a:spcAft>
              <a:buClr>
                <a:srgbClr val="FFFFFF"/>
              </a:buClr>
              <a:buSzPts val="2800"/>
              <a:buNone/>
              <a:defRPr sz="2800">
                <a:solidFill>
                  <a:srgbClr val="FFFFFF"/>
                </a:solidFill>
              </a:defRPr>
            </a:lvl3pPr>
            <a:lvl4pPr lvl="3" algn="ctr">
              <a:lnSpc>
                <a:spcPct val="100000"/>
              </a:lnSpc>
              <a:spcBef>
                <a:spcPts val="0"/>
              </a:spcBef>
              <a:spcAft>
                <a:spcPts val="0"/>
              </a:spcAft>
              <a:buClr>
                <a:srgbClr val="FFFFFF"/>
              </a:buClr>
              <a:buSzPts val="2800"/>
              <a:buNone/>
              <a:defRPr sz="2800">
                <a:solidFill>
                  <a:srgbClr val="FFFFFF"/>
                </a:solidFill>
              </a:defRPr>
            </a:lvl4pPr>
            <a:lvl5pPr lvl="4" algn="ctr">
              <a:lnSpc>
                <a:spcPct val="100000"/>
              </a:lnSpc>
              <a:spcBef>
                <a:spcPts val="0"/>
              </a:spcBef>
              <a:spcAft>
                <a:spcPts val="0"/>
              </a:spcAft>
              <a:buClr>
                <a:srgbClr val="FFFFFF"/>
              </a:buClr>
              <a:buSzPts val="2800"/>
              <a:buNone/>
              <a:defRPr sz="2800">
                <a:solidFill>
                  <a:srgbClr val="FFFFFF"/>
                </a:solidFill>
              </a:defRPr>
            </a:lvl5pPr>
            <a:lvl6pPr lvl="5" algn="ctr">
              <a:lnSpc>
                <a:spcPct val="100000"/>
              </a:lnSpc>
              <a:spcBef>
                <a:spcPts val="0"/>
              </a:spcBef>
              <a:spcAft>
                <a:spcPts val="0"/>
              </a:spcAft>
              <a:buClr>
                <a:srgbClr val="FFFFFF"/>
              </a:buClr>
              <a:buSzPts val="2800"/>
              <a:buNone/>
              <a:defRPr sz="2800">
                <a:solidFill>
                  <a:srgbClr val="FFFFFF"/>
                </a:solidFill>
              </a:defRPr>
            </a:lvl6pPr>
            <a:lvl7pPr lvl="6" algn="ctr">
              <a:lnSpc>
                <a:spcPct val="100000"/>
              </a:lnSpc>
              <a:spcBef>
                <a:spcPts val="0"/>
              </a:spcBef>
              <a:spcAft>
                <a:spcPts val="0"/>
              </a:spcAft>
              <a:buClr>
                <a:srgbClr val="FFFFFF"/>
              </a:buClr>
              <a:buSzPts val="2800"/>
              <a:buNone/>
              <a:defRPr sz="2800">
                <a:solidFill>
                  <a:srgbClr val="FFFFFF"/>
                </a:solidFill>
              </a:defRPr>
            </a:lvl7pPr>
            <a:lvl8pPr lvl="7" algn="ctr">
              <a:lnSpc>
                <a:spcPct val="100000"/>
              </a:lnSpc>
              <a:spcBef>
                <a:spcPts val="0"/>
              </a:spcBef>
              <a:spcAft>
                <a:spcPts val="0"/>
              </a:spcAft>
              <a:buClr>
                <a:srgbClr val="FFFFFF"/>
              </a:buClr>
              <a:buSzPts val="2800"/>
              <a:buNone/>
              <a:defRPr sz="2800">
                <a:solidFill>
                  <a:srgbClr val="FFFFFF"/>
                </a:solidFill>
              </a:defRPr>
            </a:lvl8pPr>
            <a:lvl9pPr lvl="8" algn="ctr">
              <a:lnSpc>
                <a:spcPct val="100000"/>
              </a:lnSpc>
              <a:spcBef>
                <a:spcPts val="0"/>
              </a:spcBef>
              <a:spcAft>
                <a:spcPts val="0"/>
              </a:spcAft>
              <a:buClr>
                <a:srgbClr val="FFFFFF"/>
              </a:buClr>
              <a:buSzPts val="2800"/>
              <a:buNone/>
              <a:defRPr sz="2800">
                <a:solidFill>
                  <a:srgbClr val="FFFFFF"/>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type="secHead">
  <p:cSld name="SECTION_HEADER">
    <p:spTree>
      <p:nvGrpSpPr>
        <p:cNvPr id="1" name="Shape 16"/>
        <p:cNvGrpSpPr/>
        <p:nvPr/>
      </p:nvGrpSpPr>
      <p:grpSpPr>
        <a:xfrm>
          <a:off x="0" y="0"/>
          <a:ext cx="0" cy="0"/>
          <a:chOff x="0" y="0"/>
          <a:chExt cx="0" cy="0"/>
        </a:xfrm>
      </p:grpSpPr>
      <p:sp>
        <p:nvSpPr>
          <p:cNvPr id="17" name="Google Shape;17;p4"/>
          <p:cNvSpPr txBox="1">
            <a:spLocks noGrp="1"/>
          </p:cNvSpPr>
          <p:nvPr>
            <p:ph type="subTitle" idx="1"/>
          </p:nvPr>
        </p:nvSpPr>
        <p:spPr>
          <a:xfrm>
            <a:off x="1667753" y="1682738"/>
            <a:ext cx="2880600" cy="3198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800"/>
            </a:lvl1pPr>
            <a:lvl2pPr lvl="1" algn="ctr" rtl="0">
              <a:spcBef>
                <a:spcPts val="1600"/>
              </a:spcBef>
              <a:spcAft>
                <a:spcPts val="0"/>
              </a:spcAft>
              <a:buNone/>
              <a:defRPr/>
            </a:lvl2pPr>
            <a:lvl3pPr lvl="2" algn="ctr" rtl="0">
              <a:spcBef>
                <a:spcPts val="1600"/>
              </a:spcBef>
              <a:spcAft>
                <a:spcPts val="0"/>
              </a:spcAft>
              <a:buNone/>
              <a:defRPr/>
            </a:lvl3pPr>
            <a:lvl4pPr lvl="3" algn="ctr" rtl="0">
              <a:spcBef>
                <a:spcPts val="1600"/>
              </a:spcBef>
              <a:spcAft>
                <a:spcPts val="0"/>
              </a:spcAft>
              <a:buNone/>
              <a:defRPr/>
            </a:lvl4pPr>
            <a:lvl5pPr lvl="4" algn="ctr" rtl="0">
              <a:spcBef>
                <a:spcPts val="1600"/>
              </a:spcBef>
              <a:spcAft>
                <a:spcPts val="0"/>
              </a:spcAft>
              <a:buNone/>
              <a:defRPr/>
            </a:lvl5pPr>
            <a:lvl6pPr lvl="5" algn="ctr" rtl="0">
              <a:spcBef>
                <a:spcPts val="1600"/>
              </a:spcBef>
              <a:spcAft>
                <a:spcPts val="0"/>
              </a:spcAft>
              <a:buNone/>
              <a:defRPr/>
            </a:lvl6pPr>
            <a:lvl7pPr lvl="6" algn="ctr" rtl="0">
              <a:spcBef>
                <a:spcPts val="1600"/>
              </a:spcBef>
              <a:spcAft>
                <a:spcPts val="0"/>
              </a:spcAft>
              <a:buNone/>
              <a:defRPr/>
            </a:lvl7pPr>
            <a:lvl8pPr lvl="7" algn="ctr" rtl="0">
              <a:spcBef>
                <a:spcPts val="1600"/>
              </a:spcBef>
              <a:spcAft>
                <a:spcPts val="0"/>
              </a:spcAft>
              <a:buNone/>
              <a:defRPr/>
            </a:lvl8pPr>
            <a:lvl9pPr lvl="8" algn="ctr" rtl="0">
              <a:spcBef>
                <a:spcPts val="1600"/>
              </a:spcBef>
              <a:spcAft>
                <a:spcPts val="1600"/>
              </a:spcAft>
              <a:buNone/>
              <a:defRPr/>
            </a:lvl9pPr>
          </a:lstStyle>
          <a:p>
            <a:endParaRPr/>
          </a:p>
        </p:txBody>
      </p:sp>
      <p:sp>
        <p:nvSpPr>
          <p:cNvPr id="18" name="Google Shape;18;p4"/>
          <p:cNvSpPr txBox="1">
            <a:spLocks noGrp="1"/>
          </p:cNvSpPr>
          <p:nvPr>
            <p:ph type="title"/>
          </p:nvPr>
        </p:nvSpPr>
        <p:spPr>
          <a:xfrm>
            <a:off x="1500750" y="1490367"/>
            <a:ext cx="3214800" cy="319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900"/>
              <a:buNone/>
              <a:defRPr sz="900"/>
            </a:lvl1pPr>
            <a:lvl2pPr lvl="1" algn="ctr" rtl="0">
              <a:spcBef>
                <a:spcPts val="0"/>
              </a:spcBef>
              <a:spcAft>
                <a:spcPts val="0"/>
              </a:spcAft>
              <a:buSzPts val="1200"/>
              <a:buNone/>
              <a:defRPr sz="1200"/>
            </a:lvl2pPr>
            <a:lvl3pPr lvl="2" algn="ctr" rtl="0">
              <a:spcBef>
                <a:spcPts val="0"/>
              </a:spcBef>
              <a:spcAft>
                <a:spcPts val="0"/>
              </a:spcAft>
              <a:buSzPts val="1200"/>
              <a:buNone/>
              <a:defRPr sz="1200"/>
            </a:lvl3pPr>
            <a:lvl4pPr lvl="3" algn="ctr" rtl="0">
              <a:spcBef>
                <a:spcPts val="0"/>
              </a:spcBef>
              <a:spcAft>
                <a:spcPts val="0"/>
              </a:spcAft>
              <a:buSzPts val="1200"/>
              <a:buNone/>
              <a:defRPr sz="1200"/>
            </a:lvl4pPr>
            <a:lvl5pPr lvl="4" algn="ctr" rtl="0">
              <a:spcBef>
                <a:spcPts val="0"/>
              </a:spcBef>
              <a:spcAft>
                <a:spcPts val="0"/>
              </a:spcAft>
              <a:buSzPts val="1200"/>
              <a:buNone/>
              <a:defRPr sz="1200"/>
            </a:lvl5pPr>
            <a:lvl6pPr lvl="5" algn="ctr" rtl="0">
              <a:spcBef>
                <a:spcPts val="0"/>
              </a:spcBef>
              <a:spcAft>
                <a:spcPts val="0"/>
              </a:spcAft>
              <a:buSzPts val="1200"/>
              <a:buNone/>
              <a:defRPr sz="1200"/>
            </a:lvl6pPr>
            <a:lvl7pPr lvl="6" algn="ctr" rtl="0">
              <a:spcBef>
                <a:spcPts val="0"/>
              </a:spcBef>
              <a:spcAft>
                <a:spcPts val="0"/>
              </a:spcAft>
              <a:buSzPts val="1200"/>
              <a:buNone/>
              <a:defRPr sz="1200"/>
            </a:lvl7pPr>
            <a:lvl8pPr lvl="7" algn="ctr" rtl="0">
              <a:spcBef>
                <a:spcPts val="0"/>
              </a:spcBef>
              <a:spcAft>
                <a:spcPts val="0"/>
              </a:spcAft>
              <a:buSzPts val="1200"/>
              <a:buNone/>
              <a:defRPr sz="1200"/>
            </a:lvl8pPr>
            <a:lvl9pPr lvl="8" algn="ctr" rtl="0">
              <a:spcBef>
                <a:spcPts val="0"/>
              </a:spcBef>
              <a:spcAft>
                <a:spcPts val="0"/>
              </a:spcAft>
              <a:buSzPts val="1200"/>
              <a:buNone/>
              <a:defRPr sz="1200"/>
            </a:lvl9pPr>
          </a:lstStyle>
          <a:p>
            <a:endParaRPr/>
          </a:p>
        </p:txBody>
      </p:sp>
      <p:sp>
        <p:nvSpPr>
          <p:cNvPr id="19" name="Google Shape;19;p4"/>
          <p:cNvSpPr txBox="1">
            <a:spLocks noGrp="1"/>
          </p:cNvSpPr>
          <p:nvPr>
            <p:ph type="title" idx="2" hasCustomPrompt="1"/>
          </p:nvPr>
        </p:nvSpPr>
        <p:spPr>
          <a:xfrm>
            <a:off x="2826352" y="1282763"/>
            <a:ext cx="563400" cy="3549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CADCDC"/>
              </a:buClr>
              <a:buSzPts val="1400"/>
              <a:buNone/>
              <a:defRPr sz="1400">
                <a:solidFill>
                  <a:srgbClr val="CADCDC"/>
                </a:solidFill>
              </a:defRPr>
            </a:lvl1pPr>
            <a:lvl2pPr lvl="1" algn="ctr" rtl="0">
              <a:spcBef>
                <a:spcPts val="0"/>
              </a:spcBef>
              <a:spcAft>
                <a:spcPts val="0"/>
              </a:spcAft>
              <a:buClr>
                <a:srgbClr val="CADCDC"/>
              </a:buClr>
              <a:buSzPts val="12000"/>
              <a:buNone/>
              <a:defRPr sz="12000">
                <a:solidFill>
                  <a:srgbClr val="CADCDC"/>
                </a:solidFill>
              </a:defRPr>
            </a:lvl2pPr>
            <a:lvl3pPr lvl="2" algn="ctr" rtl="0">
              <a:spcBef>
                <a:spcPts val="0"/>
              </a:spcBef>
              <a:spcAft>
                <a:spcPts val="0"/>
              </a:spcAft>
              <a:buClr>
                <a:srgbClr val="CADCDC"/>
              </a:buClr>
              <a:buSzPts val="12000"/>
              <a:buNone/>
              <a:defRPr sz="12000">
                <a:solidFill>
                  <a:srgbClr val="CADCDC"/>
                </a:solidFill>
              </a:defRPr>
            </a:lvl3pPr>
            <a:lvl4pPr lvl="3" algn="ctr" rtl="0">
              <a:spcBef>
                <a:spcPts val="0"/>
              </a:spcBef>
              <a:spcAft>
                <a:spcPts val="0"/>
              </a:spcAft>
              <a:buClr>
                <a:srgbClr val="CADCDC"/>
              </a:buClr>
              <a:buSzPts val="12000"/>
              <a:buNone/>
              <a:defRPr sz="12000">
                <a:solidFill>
                  <a:srgbClr val="CADCDC"/>
                </a:solidFill>
              </a:defRPr>
            </a:lvl4pPr>
            <a:lvl5pPr lvl="4" algn="ctr" rtl="0">
              <a:spcBef>
                <a:spcPts val="0"/>
              </a:spcBef>
              <a:spcAft>
                <a:spcPts val="0"/>
              </a:spcAft>
              <a:buClr>
                <a:srgbClr val="CADCDC"/>
              </a:buClr>
              <a:buSzPts val="12000"/>
              <a:buNone/>
              <a:defRPr sz="12000">
                <a:solidFill>
                  <a:srgbClr val="CADCDC"/>
                </a:solidFill>
              </a:defRPr>
            </a:lvl5pPr>
            <a:lvl6pPr lvl="5" algn="ctr" rtl="0">
              <a:spcBef>
                <a:spcPts val="0"/>
              </a:spcBef>
              <a:spcAft>
                <a:spcPts val="0"/>
              </a:spcAft>
              <a:buClr>
                <a:srgbClr val="CADCDC"/>
              </a:buClr>
              <a:buSzPts val="12000"/>
              <a:buNone/>
              <a:defRPr sz="12000">
                <a:solidFill>
                  <a:srgbClr val="CADCDC"/>
                </a:solidFill>
              </a:defRPr>
            </a:lvl6pPr>
            <a:lvl7pPr lvl="6" algn="ctr" rtl="0">
              <a:spcBef>
                <a:spcPts val="0"/>
              </a:spcBef>
              <a:spcAft>
                <a:spcPts val="0"/>
              </a:spcAft>
              <a:buClr>
                <a:srgbClr val="CADCDC"/>
              </a:buClr>
              <a:buSzPts val="12000"/>
              <a:buNone/>
              <a:defRPr sz="12000">
                <a:solidFill>
                  <a:srgbClr val="CADCDC"/>
                </a:solidFill>
              </a:defRPr>
            </a:lvl7pPr>
            <a:lvl8pPr lvl="7" algn="ctr" rtl="0">
              <a:spcBef>
                <a:spcPts val="0"/>
              </a:spcBef>
              <a:spcAft>
                <a:spcPts val="0"/>
              </a:spcAft>
              <a:buClr>
                <a:srgbClr val="CADCDC"/>
              </a:buClr>
              <a:buSzPts val="12000"/>
              <a:buNone/>
              <a:defRPr sz="12000">
                <a:solidFill>
                  <a:srgbClr val="CADCDC"/>
                </a:solidFill>
              </a:defRPr>
            </a:lvl8pPr>
            <a:lvl9pPr lvl="8" algn="ctr" rtl="0">
              <a:spcBef>
                <a:spcPts val="0"/>
              </a:spcBef>
              <a:spcAft>
                <a:spcPts val="0"/>
              </a:spcAft>
              <a:buClr>
                <a:srgbClr val="CADCDC"/>
              </a:buClr>
              <a:buSzPts val="12000"/>
              <a:buNone/>
              <a:defRPr sz="12000">
                <a:solidFill>
                  <a:srgbClr val="CADCDC"/>
                </a:solidFill>
              </a:defRPr>
            </a:lvl9pPr>
          </a:lstStyle>
          <a:p>
            <a:r>
              <a:t>xx%</a:t>
            </a:r>
          </a:p>
        </p:txBody>
      </p:sp>
      <p:sp>
        <p:nvSpPr>
          <p:cNvPr id="20" name="Google Shape;20;p4"/>
          <p:cNvSpPr/>
          <p:nvPr/>
        </p:nvSpPr>
        <p:spPr>
          <a:xfrm>
            <a:off x="333700" y="-47850"/>
            <a:ext cx="227400" cy="5239200"/>
          </a:xfrm>
          <a:prstGeom prst="rect">
            <a:avLst/>
          </a:prstGeom>
          <a:solidFill>
            <a:srgbClr val="CADC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title" idx="3"/>
          </p:nvPr>
        </p:nvSpPr>
        <p:spPr>
          <a:xfrm rot="-5400000">
            <a:off x="-1703750" y="2548403"/>
            <a:ext cx="4302300" cy="206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900"/>
              <a:buNone/>
              <a:defRPr sz="900"/>
            </a:lvl1pPr>
            <a:lvl2pPr lvl="1" algn="r" rtl="0">
              <a:spcBef>
                <a:spcPts val="0"/>
              </a:spcBef>
              <a:spcAft>
                <a:spcPts val="0"/>
              </a:spcAft>
              <a:buSzPts val="1200"/>
              <a:buNone/>
              <a:defRPr sz="1200"/>
            </a:lvl2pPr>
            <a:lvl3pPr lvl="2" algn="r" rtl="0">
              <a:spcBef>
                <a:spcPts val="0"/>
              </a:spcBef>
              <a:spcAft>
                <a:spcPts val="0"/>
              </a:spcAft>
              <a:buSzPts val="1200"/>
              <a:buNone/>
              <a:defRPr sz="1200"/>
            </a:lvl3pPr>
            <a:lvl4pPr lvl="3" algn="r" rtl="0">
              <a:spcBef>
                <a:spcPts val="0"/>
              </a:spcBef>
              <a:spcAft>
                <a:spcPts val="0"/>
              </a:spcAft>
              <a:buSzPts val="1200"/>
              <a:buNone/>
              <a:defRPr sz="1200"/>
            </a:lvl4pPr>
            <a:lvl5pPr lvl="4" algn="r" rtl="0">
              <a:spcBef>
                <a:spcPts val="0"/>
              </a:spcBef>
              <a:spcAft>
                <a:spcPts val="0"/>
              </a:spcAft>
              <a:buSzPts val="1200"/>
              <a:buNone/>
              <a:defRPr sz="1200"/>
            </a:lvl5pPr>
            <a:lvl6pPr lvl="5" algn="r" rtl="0">
              <a:spcBef>
                <a:spcPts val="0"/>
              </a:spcBef>
              <a:spcAft>
                <a:spcPts val="0"/>
              </a:spcAft>
              <a:buSzPts val="1200"/>
              <a:buNone/>
              <a:defRPr sz="1200"/>
            </a:lvl6pPr>
            <a:lvl7pPr lvl="6" algn="r" rtl="0">
              <a:spcBef>
                <a:spcPts val="0"/>
              </a:spcBef>
              <a:spcAft>
                <a:spcPts val="0"/>
              </a:spcAft>
              <a:buSzPts val="1200"/>
              <a:buNone/>
              <a:defRPr sz="1200"/>
            </a:lvl7pPr>
            <a:lvl8pPr lvl="7" algn="r" rtl="0">
              <a:spcBef>
                <a:spcPts val="0"/>
              </a:spcBef>
              <a:spcAft>
                <a:spcPts val="0"/>
              </a:spcAft>
              <a:buSzPts val="1200"/>
              <a:buNone/>
              <a:defRPr sz="1200"/>
            </a:lvl8pPr>
            <a:lvl9pPr lvl="8" algn="r" rtl="0">
              <a:spcBef>
                <a:spcPts val="0"/>
              </a:spcBef>
              <a:spcAft>
                <a:spcPts val="0"/>
              </a:spcAft>
              <a:buSzPts val="1200"/>
              <a:buNone/>
              <a:defRPr sz="1200"/>
            </a:lvl9pPr>
          </a:lstStyle>
          <a:p>
            <a:endParaRPr/>
          </a:p>
        </p:txBody>
      </p:sp>
      <p:sp>
        <p:nvSpPr>
          <p:cNvPr id="22" name="Google Shape;22;p4"/>
          <p:cNvSpPr txBox="1">
            <a:spLocks noGrp="1"/>
          </p:cNvSpPr>
          <p:nvPr>
            <p:ph type="subTitle" idx="4"/>
          </p:nvPr>
        </p:nvSpPr>
        <p:spPr>
          <a:xfrm>
            <a:off x="1667753" y="2653210"/>
            <a:ext cx="2880600" cy="3198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800"/>
            </a:lvl1pPr>
            <a:lvl2pPr lvl="1" algn="ctr" rtl="0">
              <a:spcBef>
                <a:spcPts val="1600"/>
              </a:spcBef>
              <a:spcAft>
                <a:spcPts val="0"/>
              </a:spcAft>
              <a:buNone/>
              <a:defRPr/>
            </a:lvl2pPr>
            <a:lvl3pPr lvl="2" algn="ctr" rtl="0">
              <a:spcBef>
                <a:spcPts val="1600"/>
              </a:spcBef>
              <a:spcAft>
                <a:spcPts val="0"/>
              </a:spcAft>
              <a:buNone/>
              <a:defRPr/>
            </a:lvl3pPr>
            <a:lvl4pPr lvl="3" algn="ctr" rtl="0">
              <a:spcBef>
                <a:spcPts val="1600"/>
              </a:spcBef>
              <a:spcAft>
                <a:spcPts val="0"/>
              </a:spcAft>
              <a:buNone/>
              <a:defRPr/>
            </a:lvl4pPr>
            <a:lvl5pPr lvl="4" algn="ctr" rtl="0">
              <a:spcBef>
                <a:spcPts val="1600"/>
              </a:spcBef>
              <a:spcAft>
                <a:spcPts val="0"/>
              </a:spcAft>
              <a:buNone/>
              <a:defRPr/>
            </a:lvl5pPr>
            <a:lvl6pPr lvl="5" algn="ctr" rtl="0">
              <a:spcBef>
                <a:spcPts val="1600"/>
              </a:spcBef>
              <a:spcAft>
                <a:spcPts val="0"/>
              </a:spcAft>
              <a:buNone/>
              <a:defRPr/>
            </a:lvl6pPr>
            <a:lvl7pPr lvl="6" algn="ctr" rtl="0">
              <a:spcBef>
                <a:spcPts val="1600"/>
              </a:spcBef>
              <a:spcAft>
                <a:spcPts val="0"/>
              </a:spcAft>
              <a:buNone/>
              <a:defRPr/>
            </a:lvl7pPr>
            <a:lvl8pPr lvl="7" algn="ctr" rtl="0">
              <a:spcBef>
                <a:spcPts val="1600"/>
              </a:spcBef>
              <a:spcAft>
                <a:spcPts val="0"/>
              </a:spcAft>
              <a:buNone/>
              <a:defRPr/>
            </a:lvl8pPr>
            <a:lvl9pPr lvl="8" algn="ctr" rtl="0">
              <a:spcBef>
                <a:spcPts val="1600"/>
              </a:spcBef>
              <a:spcAft>
                <a:spcPts val="1600"/>
              </a:spcAft>
              <a:buNone/>
              <a:defRPr/>
            </a:lvl9pPr>
          </a:lstStyle>
          <a:p>
            <a:endParaRPr/>
          </a:p>
        </p:txBody>
      </p:sp>
      <p:sp>
        <p:nvSpPr>
          <p:cNvPr id="23" name="Google Shape;23;p4"/>
          <p:cNvSpPr txBox="1">
            <a:spLocks noGrp="1"/>
          </p:cNvSpPr>
          <p:nvPr>
            <p:ph type="title" idx="5"/>
          </p:nvPr>
        </p:nvSpPr>
        <p:spPr>
          <a:xfrm>
            <a:off x="1500750" y="2460839"/>
            <a:ext cx="3214800" cy="319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900"/>
              <a:buNone/>
              <a:defRPr sz="900"/>
            </a:lvl1pPr>
            <a:lvl2pPr lvl="1" algn="ctr" rtl="0">
              <a:spcBef>
                <a:spcPts val="0"/>
              </a:spcBef>
              <a:spcAft>
                <a:spcPts val="0"/>
              </a:spcAft>
              <a:buSzPts val="1200"/>
              <a:buNone/>
              <a:defRPr sz="1200"/>
            </a:lvl2pPr>
            <a:lvl3pPr lvl="2" algn="ctr" rtl="0">
              <a:spcBef>
                <a:spcPts val="0"/>
              </a:spcBef>
              <a:spcAft>
                <a:spcPts val="0"/>
              </a:spcAft>
              <a:buSzPts val="1200"/>
              <a:buNone/>
              <a:defRPr sz="1200"/>
            </a:lvl3pPr>
            <a:lvl4pPr lvl="3" algn="ctr" rtl="0">
              <a:spcBef>
                <a:spcPts val="0"/>
              </a:spcBef>
              <a:spcAft>
                <a:spcPts val="0"/>
              </a:spcAft>
              <a:buSzPts val="1200"/>
              <a:buNone/>
              <a:defRPr sz="1200"/>
            </a:lvl4pPr>
            <a:lvl5pPr lvl="4" algn="ctr" rtl="0">
              <a:spcBef>
                <a:spcPts val="0"/>
              </a:spcBef>
              <a:spcAft>
                <a:spcPts val="0"/>
              </a:spcAft>
              <a:buSzPts val="1200"/>
              <a:buNone/>
              <a:defRPr sz="1200"/>
            </a:lvl5pPr>
            <a:lvl6pPr lvl="5" algn="ctr" rtl="0">
              <a:spcBef>
                <a:spcPts val="0"/>
              </a:spcBef>
              <a:spcAft>
                <a:spcPts val="0"/>
              </a:spcAft>
              <a:buSzPts val="1200"/>
              <a:buNone/>
              <a:defRPr sz="1200"/>
            </a:lvl6pPr>
            <a:lvl7pPr lvl="6" algn="ctr" rtl="0">
              <a:spcBef>
                <a:spcPts val="0"/>
              </a:spcBef>
              <a:spcAft>
                <a:spcPts val="0"/>
              </a:spcAft>
              <a:buSzPts val="1200"/>
              <a:buNone/>
              <a:defRPr sz="1200"/>
            </a:lvl7pPr>
            <a:lvl8pPr lvl="7" algn="ctr" rtl="0">
              <a:spcBef>
                <a:spcPts val="0"/>
              </a:spcBef>
              <a:spcAft>
                <a:spcPts val="0"/>
              </a:spcAft>
              <a:buSzPts val="1200"/>
              <a:buNone/>
              <a:defRPr sz="1200"/>
            </a:lvl8pPr>
            <a:lvl9pPr lvl="8" algn="ctr" rtl="0">
              <a:spcBef>
                <a:spcPts val="0"/>
              </a:spcBef>
              <a:spcAft>
                <a:spcPts val="0"/>
              </a:spcAft>
              <a:buSzPts val="1200"/>
              <a:buNone/>
              <a:defRPr sz="1200"/>
            </a:lvl9pPr>
          </a:lstStyle>
          <a:p>
            <a:endParaRPr/>
          </a:p>
        </p:txBody>
      </p:sp>
      <p:sp>
        <p:nvSpPr>
          <p:cNvPr id="24" name="Google Shape;24;p4"/>
          <p:cNvSpPr txBox="1">
            <a:spLocks noGrp="1"/>
          </p:cNvSpPr>
          <p:nvPr>
            <p:ph type="title" idx="6" hasCustomPrompt="1"/>
          </p:nvPr>
        </p:nvSpPr>
        <p:spPr>
          <a:xfrm>
            <a:off x="2826352" y="2253235"/>
            <a:ext cx="563400" cy="3549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CADCDC"/>
              </a:buClr>
              <a:buSzPts val="1400"/>
              <a:buNone/>
              <a:defRPr sz="1400">
                <a:solidFill>
                  <a:srgbClr val="CADCDC"/>
                </a:solidFill>
              </a:defRPr>
            </a:lvl1pPr>
            <a:lvl2pPr lvl="1" algn="ctr" rtl="0">
              <a:spcBef>
                <a:spcPts val="0"/>
              </a:spcBef>
              <a:spcAft>
                <a:spcPts val="0"/>
              </a:spcAft>
              <a:buClr>
                <a:srgbClr val="CADCDC"/>
              </a:buClr>
              <a:buSzPts val="12000"/>
              <a:buNone/>
              <a:defRPr sz="12000">
                <a:solidFill>
                  <a:srgbClr val="CADCDC"/>
                </a:solidFill>
              </a:defRPr>
            </a:lvl2pPr>
            <a:lvl3pPr lvl="2" algn="ctr" rtl="0">
              <a:spcBef>
                <a:spcPts val="0"/>
              </a:spcBef>
              <a:spcAft>
                <a:spcPts val="0"/>
              </a:spcAft>
              <a:buClr>
                <a:srgbClr val="CADCDC"/>
              </a:buClr>
              <a:buSzPts val="12000"/>
              <a:buNone/>
              <a:defRPr sz="12000">
                <a:solidFill>
                  <a:srgbClr val="CADCDC"/>
                </a:solidFill>
              </a:defRPr>
            </a:lvl3pPr>
            <a:lvl4pPr lvl="3" algn="ctr" rtl="0">
              <a:spcBef>
                <a:spcPts val="0"/>
              </a:spcBef>
              <a:spcAft>
                <a:spcPts val="0"/>
              </a:spcAft>
              <a:buClr>
                <a:srgbClr val="CADCDC"/>
              </a:buClr>
              <a:buSzPts val="12000"/>
              <a:buNone/>
              <a:defRPr sz="12000">
                <a:solidFill>
                  <a:srgbClr val="CADCDC"/>
                </a:solidFill>
              </a:defRPr>
            </a:lvl4pPr>
            <a:lvl5pPr lvl="4" algn="ctr" rtl="0">
              <a:spcBef>
                <a:spcPts val="0"/>
              </a:spcBef>
              <a:spcAft>
                <a:spcPts val="0"/>
              </a:spcAft>
              <a:buClr>
                <a:srgbClr val="CADCDC"/>
              </a:buClr>
              <a:buSzPts val="12000"/>
              <a:buNone/>
              <a:defRPr sz="12000">
                <a:solidFill>
                  <a:srgbClr val="CADCDC"/>
                </a:solidFill>
              </a:defRPr>
            </a:lvl5pPr>
            <a:lvl6pPr lvl="5" algn="ctr" rtl="0">
              <a:spcBef>
                <a:spcPts val="0"/>
              </a:spcBef>
              <a:spcAft>
                <a:spcPts val="0"/>
              </a:spcAft>
              <a:buClr>
                <a:srgbClr val="CADCDC"/>
              </a:buClr>
              <a:buSzPts val="12000"/>
              <a:buNone/>
              <a:defRPr sz="12000">
                <a:solidFill>
                  <a:srgbClr val="CADCDC"/>
                </a:solidFill>
              </a:defRPr>
            </a:lvl6pPr>
            <a:lvl7pPr lvl="6" algn="ctr" rtl="0">
              <a:spcBef>
                <a:spcPts val="0"/>
              </a:spcBef>
              <a:spcAft>
                <a:spcPts val="0"/>
              </a:spcAft>
              <a:buClr>
                <a:srgbClr val="CADCDC"/>
              </a:buClr>
              <a:buSzPts val="12000"/>
              <a:buNone/>
              <a:defRPr sz="12000">
                <a:solidFill>
                  <a:srgbClr val="CADCDC"/>
                </a:solidFill>
              </a:defRPr>
            </a:lvl7pPr>
            <a:lvl8pPr lvl="7" algn="ctr" rtl="0">
              <a:spcBef>
                <a:spcPts val="0"/>
              </a:spcBef>
              <a:spcAft>
                <a:spcPts val="0"/>
              </a:spcAft>
              <a:buClr>
                <a:srgbClr val="CADCDC"/>
              </a:buClr>
              <a:buSzPts val="12000"/>
              <a:buNone/>
              <a:defRPr sz="12000">
                <a:solidFill>
                  <a:srgbClr val="CADCDC"/>
                </a:solidFill>
              </a:defRPr>
            </a:lvl8pPr>
            <a:lvl9pPr lvl="8" algn="ctr" rtl="0">
              <a:spcBef>
                <a:spcPts val="0"/>
              </a:spcBef>
              <a:spcAft>
                <a:spcPts val="0"/>
              </a:spcAft>
              <a:buClr>
                <a:srgbClr val="CADCDC"/>
              </a:buClr>
              <a:buSzPts val="12000"/>
              <a:buNone/>
              <a:defRPr sz="12000">
                <a:solidFill>
                  <a:srgbClr val="CADCDC"/>
                </a:solidFill>
              </a:defRPr>
            </a:lvl9pPr>
          </a:lstStyle>
          <a:p>
            <a:r>
              <a:t>xx%</a:t>
            </a:r>
          </a:p>
        </p:txBody>
      </p:sp>
      <p:sp>
        <p:nvSpPr>
          <p:cNvPr id="25" name="Google Shape;25;p4"/>
          <p:cNvSpPr txBox="1">
            <a:spLocks noGrp="1"/>
          </p:cNvSpPr>
          <p:nvPr>
            <p:ph type="subTitle" idx="7"/>
          </p:nvPr>
        </p:nvSpPr>
        <p:spPr>
          <a:xfrm>
            <a:off x="1667753" y="3623655"/>
            <a:ext cx="2880600" cy="3198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800"/>
            </a:lvl1pPr>
            <a:lvl2pPr lvl="1" algn="ctr" rtl="0">
              <a:spcBef>
                <a:spcPts val="1600"/>
              </a:spcBef>
              <a:spcAft>
                <a:spcPts val="0"/>
              </a:spcAft>
              <a:buNone/>
              <a:defRPr/>
            </a:lvl2pPr>
            <a:lvl3pPr lvl="2" algn="ctr" rtl="0">
              <a:spcBef>
                <a:spcPts val="1600"/>
              </a:spcBef>
              <a:spcAft>
                <a:spcPts val="0"/>
              </a:spcAft>
              <a:buNone/>
              <a:defRPr/>
            </a:lvl3pPr>
            <a:lvl4pPr lvl="3" algn="ctr" rtl="0">
              <a:spcBef>
                <a:spcPts val="1600"/>
              </a:spcBef>
              <a:spcAft>
                <a:spcPts val="0"/>
              </a:spcAft>
              <a:buNone/>
              <a:defRPr/>
            </a:lvl4pPr>
            <a:lvl5pPr lvl="4" algn="ctr" rtl="0">
              <a:spcBef>
                <a:spcPts val="1600"/>
              </a:spcBef>
              <a:spcAft>
                <a:spcPts val="0"/>
              </a:spcAft>
              <a:buNone/>
              <a:defRPr/>
            </a:lvl5pPr>
            <a:lvl6pPr lvl="5" algn="ctr" rtl="0">
              <a:spcBef>
                <a:spcPts val="1600"/>
              </a:spcBef>
              <a:spcAft>
                <a:spcPts val="0"/>
              </a:spcAft>
              <a:buNone/>
              <a:defRPr/>
            </a:lvl6pPr>
            <a:lvl7pPr lvl="6" algn="ctr" rtl="0">
              <a:spcBef>
                <a:spcPts val="1600"/>
              </a:spcBef>
              <a:spcAft>
                <a:spcPts val="0"/>
              </a:spcAft>
              <a:buNone/>
              <a:defRPr/>
            </a:lvl7pPr>
            <a:lvl8pPr lvl="7" algn="ctr" rtl="0">
              <a:spcBef>
                <a:spcPts val="1600"/>
              </a:spcBef>
              <a:spcAft>
                <a:spcPts val="0"/>
              </a:spcAft>
              <a:buNone/>
              <a:defRPr/>
            </a:lvl8pPr>
            <a:lvl9pPr lvl="8" algn="ctr" rtl="0">
              <a:spcBef>
                <a:spcPts val="1600"/>
              </a:spcBef>
              <a:spcAft>
                <a:spcPts val="1600"/>
              </a:spcAft>
              <a:buNone/>
              <a:defRPr/>
            </a:lvl9pPr>
          </a:lstStyle>
          <a:p>
            <a:endParaRPr/>
          </a:p>
        </p:txBody>
      </p:sp>
      <p:sp>
        <p:nvSpPr>
          <p:cNvPr id="26" name="Google Shape;26;p4"/>
          <p:cNvSpPr txBox="1">
            <a:spLocks noGrp="1"/>
          </p:cNvSpPr>
          <p:nvPr>
            <p:ph type="title" idx="8"/>
          </p:nvPr>
        </p:nvSpPr>
        <p:spPr>
          <a:xfrm>
            <a:off x="1500750" y="3431284"/>
            <a:ext cx="3214800" cy="319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900"/>
              <a:buNone/>
              <a:defRPr sz="900"/>
            </a:lvl1pPr>
            <a:lvl2pPr lvl="1" algn="ctr" rtl="0">
              <a:spcBef>
                <a:spcPts val="0"/>
              </a:spcBef>
              <a:spcAft>
                <a:spcPts val="0"/>
              </a:spcAft>
              <a:buSzPts val="1200"/>
              <a:buNone/>
              <a:defRPr sz="1200"/>
            </a:lvl2pPr>
            <a:lvl3pPr lvl="2" algn="ctr" rtl="0">
              <a:spcBef>
                <a:spcPts val="0"/>
              </a:spcBef>
              <a:spcAft>
                <a:spcPts val="0"/>
              </a:spcAft>
              <a:buSzPts val="1200"/>
              <a:buNone/>
              <a:defRPr sz="1200"/>
            </a:lvl3pPr>
            <a:lvl4pPr lvl="3" algn="ctr" rtl="0">
              <a:spcBef>
                <a:spcPts val="0"/>
              </a:spcBef>
              <a:spcAft>
                <a:spcPts val="0"/>
              </a:spcAft>
              <a:buSzPts val="1200"/>
              <a:buNone/>
              <a:defRPr sz="1200"/>
            </a:lvl4pPr>
            <a:lvl5pPr lvl="4" algn="ctr" rtl="0">
              <a:spcBef>
                <a:spcPts val="0"/>
              </a:spcBef>
              <a:spcAft>
                <a:spcPts val="0"/>
              </a:spcAft>
              <a:buSzPts val="1200"/>
              <a:buNone/>
              <a:defRPr sz="1200"/>
            </a:lvl5pPr>
            <a:lvl6pPr lvl="5" algn="ctr" rtl="0">
              <a:spcBef>
                <a:spcPts val="0"/>
              </a:spcBef>
              <a:spcAft>
                <a:spcPts val="0"/>
              </a:spcAft>
              <a:buSzPts val="1200"/>
              <a:buNone/>
              <a:defRPr sz="1200"/>
            </a:lvl6pPr>
            <a:lvl7pPr lvl="6" algn="ctr" rtl="0">
              <a:spcBef>
                <a:spcPts val="0"/>
              </a:spcBef>
              <a:spcAft>
                <a:spcPts val="0"/>
              </a:spcAft>
              <a:buSzPts val="1200"/>
              <a:buNone/>
              <a:defRPr sz="1200"/>
            </a:lvl7pPr>
            <a:lvl8pPr lvl="7" algn="ctr" rtl="0">
              <a:spcBef>
                <a:spcPts val="0"/>
              </a:spcBef>
              <a:spcAft>
                <a:spcPts val="0"/>
              </a:spcAft>
              <a:buSzPts val="1200"/>
              <a:buNone/>
              <a:defRPr sz="1200"/>
            </a:lvl8pPr>
            <a:lvl9pPr lvl="8" algn="ctr" rtl="0">
              <a:spcBef>
                <a:spcPts val="0"/>
              </a:spcBef>
              <a:spcAft>
                <a:spcPts val="0"/>
              </a:spcAft>
              <a:buSzPts val="1200"/>
              <a:buNone/>
              <a:defRPr sz="1200"/>
            </a:lvl9pPr>
          </a:lstStyle>
          <a:p>
            <a:endParaRPr/>
          </a:p>
        </p:txBody>
      </p:sp>
      <p:sp>
        <p:nvSpPr>
          <p:cNvPr id="27" name="Google Shape;27;p4"/>
          <p:cNvSpPr txBox="1">
            <a:spLocks noGrp="1"/>
          </p:cNvSpPr>
          <p:nvPr>
            <p:ph type="title" idx="9" hasCustomPrompt="1"/>
          </p:nvPr>
        </p:nvSpPr>
        <p:spPr>
          <a:xfrm>
            <a:off x="2826352" y="3223680"/>
            <a:ext cx="563400" cy="3549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CADCDC"/>
              </a:buClr>
              <a:buSzPts val="1400"/>
              <a:buNone/>
              <a:defRPr sz="1400">
                <a:solidFill>
                  <a:srgbClr val="CADCDC"/>
                </a:solidFill>
              </a:defRPr>
            </a:lvl1pPr>
            <a:lvl2pPr lvl="1" algn="ctr" rtl="0">
              <a:spcBef>
                <a:spcPts val="0"/>
              </a:spcBef>
              <a:spcAft>
                <a:spcPts val="0"/>
              </a:spcAft>
              <a:buClr>
                <a:srgbClr val="CADCDC"/>
              </a:buClr>
              <a:buSzPts val="12000"/>
              <a:buNone/>
              <a:defRPr sz="12000">
                <a:solidFill>
                  <a:srgbClr val="CADCDC"/>
                </a:solidFill>
              </a:defRPr>
            </a:lvl2pPr>
            <a:lvl3pPr lvl="2" algn="ctr" rtl="0">
              <a:spcBef>
                <a:spcPts val="0"/>
              </a:spcBef>
              <a:spcAft>
                <a:spcPts val="0"/>
              </a:spcAft>
              <a:buClr>
                <a:srgbClr val="CADCDC"/>
              </a:buClr>
              <a:buSzPts val="12000"/>
              <a:buNone/>
              <a:defRPr sz="12000">
                <a:solidFill>
                  <a:srgbClr val="CADCDC"/>
                </a:solidFill>
              </a:defRPr>
            </a:lvl3pPr>
            <a:lvl4pPr lvl="3" algn="ctr" rtl="0">
              <a:spcBef>
                <a:spcPts val="0"/>
              </a:spcBef>
              <a:spcAft>
                <a:spcPts val="0"/>
              </a:spcAft>
              <a:buClr>
                <a:srgbClr val="CADCDC"/>
              </a:buClr>
              <a:buSzPts val="12000"/>
              <a:buNone/>
              <a:defRPr sz="12000">
                <a:solidFill>
                  <a:srgbClr val="CADCDC"/>
                </a:solidFill>
              </a:defRPr>
            </a:lvl4pPr>
            <a:lvl5pPr lvl="4" algn="ctr" rtl="0">
              <a:spcBef>
                <a:spcPts val="0"/>
              </a:spcBef>
              <a:spcAft>
                <a:spcPts val="0"/>
              </a:spcAft>
              <a:buClr>
                <a:srgbClr val="CADCDC"/>
              </a:buClr>
              <a:buSzPts val="12000"/>
              <a:buNone/>
              <a:defRPr sz="12000">
                <a:solidFill>
                  <a:srgbClr val="CADCDC"/>
                </a:solidFill>
              </a:defRPr>
            </a:lvl5pPr>
            <a:lvl6pPr lvl="5" algn="ctr" rtl="0">
              <a:spcBef>
                <a:spcPts val="0"/>
              </a:spcBef>
              <a:spcAft>
                <a:spcPts val="0"/>
              </a:spcAft>
              <a:buClr>
                <a:srgbClr val="CADCDC"/>
              </a:buClr>
              <a:buSzPts val="12000"/>
              <a:buNone/>
              <a:defRPr sz="12000">
                <a:solidFill>
                  <a:srgbClr val="CADCDC"/>
                </a:solidFill>
              </a:defRPr>
            </a:lvl6pPr>
            <a:lvl7pPr lvl="6" algn="ctr" rtl="0">
              <a:spcBef>
                <a:spcPts val="0"/>
              </a:spcBef>
              <a:spcAft>
                <a:spcPts val="0"/>
              </a:spcAft>
              <a:buClr>
                <a:srgbClr val="CADCDC"/>
              </a:buClr>
              <a:buSzPts val="12000"/>
              <a:buNone/>
              <a:defRPr sz="12000">
                <a:solidFill>
                  <a:srgbClr val="CADCDC"/>
                </a:solidFill>
              </a:defRPr>
            </a:lvl7pPr>
            <a:lvl8pPr lvl="7" algn="ctr" rtl="0">
              <a:spcBef>
                <a:spcPts val="0"/>
              </a:spcBef>
              <a:spcAft>
                <a:spcPts val="0"/>
              </a:spcAft>
              <a:buClr>
                <a:srgbClr val="CADCDC"/>
              </a:buClr>
              <a:buSzPts val="12000"/>
              <a:buNone/>
              <a:defRPr sz="12000">
                <a:solidFill>
                  <a:srgbClr val="CADCDC"/>
                </a:solidFill>
              </a:defRPr>
            </a:lvl8pPr>
            <a:lvl9pPr lvl="8" algn="ctr" rtl="0">
              <a:spcBef>
                <a:spcPts val="0"/>
              </a:spcBef>
              <a:spcAft>
                <a:spcPts val="0"/>
              </a:spcAft>
              <a:buClr>
                <a:srgbClr val="CADCDC"/>
              </a:buClr>
              <a:buSzPts val="12000"/>
              <a:buNone/>
              <a:defRPr sz="12000">
                <a:solidFill>
                  <a:srgbClr val="CADCDC"/>
                </a:solidFill>
              </a:defRPr>
            </a:lvl9pPr>
          </a:lstStyle>
          <a:p>
            <a:r>
              <a:t>xx%</a:t>
            </a:r>
          </a:p>
        </p:txBody>
      </p:sp>
      <p:sp>
        <p:nvSpPr>
          <p:cNvPr id="28" name="Google Shape;28;p4"/>
          <p:cNvSpPr txBox="1">
            <a:spLocks noGrp="1"/>
          </p:cNvSpPr>
          <p:nvPr>
            <p:ph type="subTitle" idx="13"/>
          </p:nvPr>
        </p:nvSpPr>
        <p:spPr>
          <a:xfrm>
            <a:off x="5171303" y="1682738"/>
            <a:ext cx="2880600" cy="3198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800"/>
            </a:lvl1pPr>
            <a:lvl2pPr lvl="1" algn="ctr" rtl="0">
              <a:spcBef>
                <a:spcPts val="1600"/>
              </a:spcBef>
              <a:spcAft>
                <a:spcPts val="0"/>
              </a:spcAft>
              <a:buNone/>
              <a:defRPr/>
            </a:lvl2pPr>
            <a:lvl3pPr lvl="2" algn="ctr" rtl="0">
              <a:spcBef>
                <a:spcPts val="1600"/>
              </a:spcBef>
              <a:spcAft>
                <a:spcPts val="0"/>
              </a:spcAft>
              <a:buNone/>
              <a:defRPr/>
            </a:lvl3pPr>
            <a:lvl4pPr lvl="3" algn="ctr" rtl="0">
              <a:spcBef>
                <a:spcPts val="1600"/>
              </a:spcBef>
              <a:spcAft>
                <a:spcPts val="0"/>
              </a:spcAft>
              <a:buNone/>
              <a:defRPr/>
            </a:lvl4pPr>
            <a:lvl5pPr lvl="4" algn="ctr" rtl="0">
              <a:spcBef>
                <a:spcPts val="1600"/>
              </a:spcBef>
              <a:spcAft>
                <a:spcPts val="0"/>
              </a:spcAft>
              <a:buNone/>
              <a:defRPr/>
            </a:lvl5pPr>
            <a:lvl6pPr lvl="5" algn="ctr" rtl="0">
              <a:spcBef>
                <a:spcPts val="1600"/>
              </a:spcBef>
              <a:spcAft>
                <a:spcPts val="0"/>
              </a:spcAft>
              <a:buNone/>
              <a:defRPr/>
            </a:lvl6pPr>
            <a:lvl7pPr lvl="6" algn="ctr" rtl="0">
              <a:spcBef>
                <a:spcPts val="1600"/>
              </a:spcBef>
              <a:spcAft>
                <a:spcPts val="0"/>
              </a:spcAft>
              <a:buNone/>
              <a:defRPr/>
            </a:lvl7pPr>
            <a:lvl8pPr lvl="7" algn="ctr" rtl="0">
              <a:spcBef>
                <a:spcPts val="1600"/>
              </a:spcBef>
              <a:spcAft>
                <a:spcPts val="0"/>
              </a:spcAft>
              <a:buNone/>
              <a:defRPr/>
            </a:lvl8pPr>
            <a:lvl9pPr lvl="8" algn="ctr" rtl="0">
              <a:spcBef>
                <a:spcPts val="1600"/>
              </a:spcBef>
              <a:spcAft>
                <a:spcPts val="1600"/>
              </a:spcAft>
              <a:buNone/>
              <a:defRPr/>
            </a:lvl9pPr>
          </a:lstStyle>
          <a:p>
            <a:endParaRPr/>
          </a:p>
        </p:txBody>
      </p:sp>
      <p:sp>
        <p:nvSpPr>
          <p:cNvPr id="29" name="Google Shape;29;p4"/>
          <p:cNvSpPr txBox="1">
            <a:spLocks noGrp="1"/>
          </p:cNvSpPr>
          <p:nvPr>
            <p:ph type="title" idx="14"/>
          </p:nvPr>
        </p:nvSpPr>
        <p:spPr>
          <a:xfrm>
            <a:off x="5004300" y="1490367"/>
            <a:ext cx="3214800" cy="319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900"/>
              <a:buNone/>
              <a:defRPr sz="900"/>
            </a:lvl1pPr>
            <a:lvl2pPr lvl="1" algn="ctr" rtl="0">
              <a:spcBef>
                <a:spcPts val="0"/>
              </a:spcBef>
              <a:spcAft>
                <a:spcPts val="0"/>
              </a:spcAft>
              <a:buSzPts val="1200"/>
              <a:buNone/>
              <a:defRPr sz="1200"/>
            </a:lvl2pPr>
            <a:lvl3pPr lvl="2" algn="ctr" rtl="0">
              <a:spcBef>
                <a:spcPts val="0"/>
              </a:spcBef>
              <a:spcAft>
                <a:spcPts val="0"/>
              </a:spcAft>
              <a:buSzPts val="1200"/>
              <a:buNone/>
              <a:defRPr sz="1200"/>
            </a:lvl3pPr>
            <a:lvl4pPr lvl="3" algn="ctr" rtl="0">
              <a:spcBef>
                <a:spcPts val="0"/>
              </a:spcBef>
              <a:spcAft>
                <a:spcPts val="0"/>
              </a:spcAft>
              <a:buSzPts val="1200"/>
              <a:buNone/>
              <a:defRPr sz="1200"/>
            </a:lvl4pPr>
            <a:lvl5pPr lvl="4" algn="ctr" rtl="0">
              <a:spcBef>
                <a:spcPts val="0"/>
              </a:spcBef>
              <a:spcAft>
                <a:spcPts val="0"/>
              </a:spcAft>
              <a:buSzPts val="1200"/>
              <a:buNone/>
              <a:defRPr sz="1200"/>
            </a:lvl5pPr>
            <a:lvl6pPr lvl="5" algn="ctr" rtl="0">
              <a:spcBef>
                <a:spcPts val="0"/>
              </a:spcBef>
              <a:spcAft>
                <a:spcPts val="0"/>
              </a:spcAft>
              <a:buSzPts val="1200"/>
              <a:buNone/>
              <a:defRPr sz="1200"/>
            </a:lvl6pPr>
            <a:lvl7pPr lvl="6" algn="ctr" rtl="0">
              <a:spcBef>
                <a:spcPts val="0"/>
              </a:spcBef>
              <a:spcAft>
                <a:spcPts val="0"/>
              </a:spcAft>
              <a:buSzPts val="1200"/>
              <a:buNone/>
              <a:defRPr sz="1200"/>
            </a:lvl7pPr>
            <a:lvl8pPr lvl="7" algn="ctr" rtl="0">
              <a:spcBef>
                <a:spcPts val="0"/>
              </a:spcBef>
              <a:spcAft>
                <a:spcPts val="0"/>
              </a:spcAft>
              <a:buSzPts val="1200"/>
              <a:buNone/>
              <a:defRPr sz="1200"/>
            </a:lvl8pPr>
            <a:lvl9pPr lvl="8" algn="ctr" rtl="0">
              <a:spcBef>
                <a:spcPts val="0"/>
              </a:spcBef>
              <a:spcAft>
                <a:spcPts val="0"/>
              </a:spcAft>
              <a:buSzPts val="1200"/>
              <a:buNone/>
              <a:defRPr sz="1200"/>
            </a:lvl9pPr>
          </a:lstStyle>
          <a:p>
            <a:endParaRPr/>
          </a:p>
        </p:txBody>
      </p:sp>
      <p:sp>
        <p:nvSpPr>
          <p:cNvPr id="30" name="Google Shape;30;p4"/>
          <p:cNvSpPr txBox="1">
            <a:spLocks noGrp="1"/>
          </p:cNvSpPr>
          <p:nvPr>
            <p:ph type="title" idx="15" hasCustomPrompt="1"/>
          </p:nvPr>
        </p:nvSpPr>
        <p:spPr>
          <a:xfrm>
            <a:off x="6329903" y="1282763"/>
            <a:ext cx="563400" cy="3549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CADCDC"/>
              </a:buClr>
              <a:buSzPts val="1400"/>
              <a:buNone/>
              <a:defRPr sz="1400">
                <a:solidFill>
                  <a:srgbClr val="CADCDC"/>
                </a:solidFill>
              </a:defRPr>
            </a:lvl1pPr>
            <a:lvl2pPr lvl="1" algn="ctr" rtl="0">
              <a:spcBef>
                <a:spcPts val="0"/>
              </a:spcBef>
              <a:spcAft>
                <a:spcPts val="0"/>
              </a:spcAft>
              <a:buClr>
                <a:srgbClr val="CADCDC"/>
              </a:buClr>
              <a:buSzPts val="12000"/>
              <a:buNone/>
              <a:defRPr sz="12000">
                <a:solidFill>
                  <a:srgbClr val="CADCDC"/>
                </a:solidFill>
              </a:defRPr>
            </a:lvl2pPr>
            <a:lvl3pPr lvl="2" algn="ctr" rtl="0">
              <a:spcBef>
                <a:spcPts val="0"/>
              </a:spcBef>
              <a:spcAft>
                <a:spcPts val="0"/>
              </a:spcAft>
              <a:buClr>
                <a:srgbClr val="CADCDC"/>
              </a:buClr>
              <a:buSzPts val="12000"/>
              <a:buNone/>
              <a:defRPr sz="12000">
                <a:solidFill>
                  <a:srgbClr val="CADCDC"/>
                </a:solidFill>
              </a:defRPr>
            </a:lvl3pPr>
            <a:lvl4pPr lvl="3" algn="ctr" rtl="0">
              <a:spcBef>
                <a:spcPts val="0"/>
              </a:spcBef>
              <a:spcAft>
                <a:spcPts val="0"/>
              </a:spcAft>
              <a:buClr>
                <a:srgbClr val="CADCDC"/>
              </a:buClr>
              <a:buSzPts val="12000"/>
              <a:buNone/>
              <a:defRPr sz="12000">
                <a:solidFill>
                  <a:srgbClr val="CADCDC"/>
                </a:solidFill>
              </a:defRPr>
            </a:lvl4pPr>
            <a:lvl5pPr lvl="4" algn="ctr" rtl="0">
              <a:spcBef>
                <a:spcPts val="0"/>
              </a:spcBef>
              <a:spcAft>
                <a:spcPts val="0"/>
              </a:spcAft>
              <a:buClr>
                <a:srgbClr val="CADCDC"/>
              </a:buClr>
              <a:buSzPts val="12000"/>
              <a:buNone/>
              <a:defRPr sz="12000">
                <a:solidFill>
                  <a:srgbClr val="CADCDC"/>
                </a:solidFill>
              </a:defRPr>
            </a:lvl5pPr>
            <a:lvl6pPr lvl="5" algn="ctr" rtl="0">
              <a:spcBef>
                <a:spcPts val="0"/>
              </a:spcBef>
              <a:spcAft>
                <a:spcPts val="0"/>
              </a:spcAft>
              <a:buClr>
                <a:srgbClr val="CADCDC"/>
              </a:buClr>
              <a:buSzPts val="12000"/>
              <a:buNone/>
              <a:defRPr sz="12000">
                <a:solidFill>
                  <a:srgbClr val="CADCDC"/>
                </a:solidFill>
              </a:defRPr>
            </a:lvl6pPr>
            <a:lvl7pPr lvl="6" algn="ctr" rtl="0">
              <a:spcBef>
                <a:spcPts val="0"/>
              </a:spcBef>
              <a:spcAft>
                <a:spcPts val="0"/>
              </a:spcAft>
              <a:buClr>
                <a:srgbClr val="CADCDC"/>
              </a:buClr>
              <a:buSzPts val="12000"/>
              <a:buNone/>
              <a:defRPr sz="12000">
                <a:solidFill>
                  <a:srgbClr val="CADCDC"/>
                </a:solidFill>
              </a:defRPr>
            </a:lvl7pPr>
            <a:lvl8pPr lvl="7" algn="ctr" rtl="0">
              <a:spcBef>
                <a:spcPts val="0"/>
              </a:spcBef>
              <a:spcAft>
                <a:spcPts val="0"/>
              </a:spcAft>
              <a:buClr>
                <a:srgbClr val="CADCDC"/>
              </a:buClr>
              <a:buSzPts val="12000"/>
              <a:buNone/>
              <a:defRPr sz="12000">
                <a:solidFill>
                  <a:srgbClr val="CADCDC"/>
                </a:solidFill>
              </a:defRPr>
            </a:lvl8pPr>
            <a:lvl9pPr lvl="8" algn="ctr" rtl="0">
              <a:spcBef>
                <a:spcPts val="0"/>
              </a:spcBef>
              <a:spcAft>
                <a:spcPts val="0"/>
              </a:spcAft>
              <a:buClr>
                <a:srgbClr val="CADCDC"/>
              </a:buClr>
              <a:buSzPts val="12000"/>
              <a:buNone/>
              <a:defRPr sz="12000">
                <a:solidFill>
                  <a:srgbClr val="CADCDC"/>
                </a:solidFill>
              </a:defRPr>
            </a:lvl9pPr>
          </a:lstStyle>
          <a:p>
            <a:r>
              <a:t>xx%</a:t>
            </a:r>
          </a:p>
        </p:txBody>
      </p:sp>
      <p:sp>
        <p:nvSpPr>
          <p:cNvPr id="31" name="Google Shape;31;p4"/>
          <p:cNvSpPr txBox="1">
            <a:spLocks noGrp="1"/>
          </p:cNvSpPr>
          <p:nvPr>
            <p:ph type="subTitle" idx="16"/>
          </p:nvPr>
        </p:nvSpPr>
        <p:spPr>
          <a:xfrm>
            <a:off x="5171303" y="2653210"/>
            <a:ext cx="2880600" cy="3198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800"/>
            </a:lvl1pPr>
            <a:lvl2pPr lvl="1" algn="ctr" rtl="0">
              <a:spcBef>
                <a:spcPts val="1600"/>
              </a:spcBef>
              <a:spcAft>
                <a:spcPts val="0"/>
              </a:spcAft>
              <a:buNone/>
              <a:defRPr/>
            </a:lvl2pPr>
            <a:lvl3pPr lvl="2" algn="ctr" rtl="0">
              <a:spcBef>
                <a:spcPts val="1600"/>
              </a:spcBef>
              <a:spcAft>
                <a:spcPts val="0"/>
              </a:spcAft>
              <a:buNone/>
              <a:defRPr/>
            </a:lvl3pPr>
            <a:lvl4pPr lvl="3" algn="ctr" rtl="0">
              <a:spcBef>
                <a:spcPts val="1600"/>
              </a:spcBef>
              <a:spcAft>
                <a:spcPts val="0"/>
              </a:spcAft>
              <a:buNone/>
              <a:defRPr/>
            </a:lvl4pPr>
            <a:lvl5pPr lvl="4" algn="ctr" rtl="0">
              <a:spcBef>
                <a:spcPts val="1600"/>
              </a:spcBef>
              <a:spcAft>
                <a:spcPts val="0"/>
              </a:spcAft>
              <a:buNone/>
              <a:defRPr/>
            </a:lvl5pPr>
            <a:lvl6pPr lvl="5" algn="ctr" rtl="0">
              <a:spcBef>
                <a:spcPts val="1600"/>
              </a:spcBef>
              <a:spcAft>
                <a:spcPts val="0"/>
              </a:spcAft>
              <a:buNone/>
              <a:defRPr/>
            </a:lvl6pPr>
            <a:lvl7pPr lvl="6" algn="ctr" rtl="0">
              <a:spcBef>
                <a:spcPts val="1600"/>
              </a:spcBef>
              <a:spcAft>
                <a:spcPts val="0"/>
              </a:spcAft>
              <a:buNone/>
              <a:defRPr/>
            </a:lvl7pPr>
            <a:lvl8pPr lvl="7" algn="ctr" rtl="0">
              <a:spcBef>
                <a:spcPts val="1600"/>
              </a:spcBef>
              <a:spcAft>
                <a:spcPts val="0"/>
              </a:spcAft>
              <a:buNone/>
              <a:defRPr/>
            </a:lvl8pPr>
            <a:lvl9pPr lvl="8" algn="ctr" rtl="0">
              <a:spcBef>
                <a:spcPts val="1600"/>
              </a:spcBef>
              <a:spcAft>
                <a:spcPts val="1600"/>
              </a:spcAft>
              <a:buNone/>
              <a:defRPr/>
            </a:lvl9pPr>
          </a:lstStyle>
          <a:p>
            <a:endParaRPr/>
          </a:p>
        </p:txBody>
      </p:sp>
      <p:sp>
        <p:nvSpPr>
          <p:cNvPr id="32" name="Google Shape;32;p4"/>
          <p:cNvSpPr txBox="1">
            <a:spLocks noGrp="1"/>
          </p:cNvSpPr>
          <p:nvPr>
            <p:ph type="title" idx="17"/>
          </p:nvPr>
        </p:nvSpPr>
        <p:spPr>
          <a:xfrm>
            <a:off x="5004300" y="2460839"/>
            <a:ext cx="3214800" cy="319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900"/>
              <a:buNone/>
              <a:defRPr sz="900"/>
            </a:lvl1pPr>
            <a:lvl2pPr lvl="1" algn="ctr" rtl="0">
              <a:spcBef>
                <a:spcPts val="0"/>
              </a:spcBef>
              <a:spcAft>
                <a:spcPts val="0"/>
              </a:spcAft>
              <a:buSzPts val="1200"/>
              <a:buNone/>
              <a:defRPr sz="1200"/>
            </a:lvl2pPr>
            <a:lvl3pPr lvl="2" algn="ctr" rtl="0">
              <a:spcBef>
                <a:spcPts val="0"/>
              </a:spcBef>
              <a:spcAft>
                <a:spcPts val="0"/>
              </a:spcAft>
              <a:buSzPts val="1200"/>
              <a:buNone/>
              <a:defRPr sz="1200"/>
            </a:lvl3pPr>
            <a:lvl4pPr lvl="3" algn="ctr" rtl="0">
              <a:spcBef>
                <a:spcPts val="0"/>
              </a:spcBef>
              <a:spcAft>
                <a:spcPts val="0"/>
              </a:spcAft>
              <a:buSzPts val="1200"/>
              <a:buNone/>
              <a:defRPr sz="1200"/>
            </a:lvl4pPr>
            <a:lvl5pPr lvl="4" algn="ctr" rtl="0">
              <a:spcBef>
                <a:spcPts val="0"/>
              </a:spcBef>
              <a:spcAft>
                <a:spcPts val="0"/>
              </a:spcAft>
              <a:buSzPts val="1200"/>
              <a:buNone/>
              <a:defRPr sz="1200"/>
            </a:lvl5pPr>
            <a:lvl6pPr lvl="5" algn="ctr" rtl="0">
              <a:spcBef>
                <a:spcPts val="0"/>
              </a:spcBef>
              <a:spcAft>
                <a:spcPts val="0"/>
              </a:spcAft>
              <a:buSzPts val="1200"/>
              <a:buNone/>
              <a:defRPr sz="1200"/>
            </a:lvl6pPr>
            <a:lvl7pPr lvl="6" algn="ctr" rtl="0">
              <a:spcBef>
                <a:spcPts val="0"/>
              </a:spcBef>
              <a:spcAft>
                <a:spcPts val="0"/>
              </a:spcAft>
              <a:buSzPts val="1200"/>
              <a:buNone/>
              <a:defRPr sz="1200"/>
            </a:lvl7pPr>
            <a:lvl8pPr lvl="7" algn="ctr" rtl="0">
              <a:spcBef>
                <a:spcPts val="0"/>
              </a:spcBef>
              <a:spcAft>
                <a:spcPts val="0"/>
              </a:spcAft>
              <a:buSzPts val="1200"/>
              <a:buNone/>
              <a:defRPr sz="1200"/>
            </a:lvl8pPr>
            <a:lvl9pPr lvl="8" algn="ctr" rtl="0">
              <a:spcBef>
                <a:spcPts val="0"/>
              </a:spcBef>
              <a:spcAft>
                <a:spcPts val="0"/>
              </a:spcAft>
              <a:buSzPts val="1200"/>
              <a:buNone/>
              <a:defRPr sz="1200"/>
            </a:lvl9pPr>
          </a:lstStyle>
          <a:p>
            <a:endParaRPr/>
          </a:p>
        </p:txBody>
      </p:sp>
      <p:sp>
        <p:nvSpPr>
          <p:cNvPr id="33" name="Google Shape;33;p4"/>
          <p:cNvSpPr txBox="1">
            <a:spLocks noGrp="1"/>
          </p:cNvSpPr>
          <p:nvPr>
            <p:ph type="title" idx="18" hasCustomPrompt="1"/>
          </p:nvPr>
        </p:nvSpPr>
        <p:spPr>
          <a:xfrm>
            <a:off x="6329903" y="2253235"/>
            <a:ext cx="563400" cy="3549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CADCDC"/>
              </a:buClr>
              <a:buSzPts val="1400"/>
              <a:buNone/>
              <a:defRPr sz="1400">
                <a:solidFill>
                  <a:srgbClr val="CADCDC"/>
                </a:solidFill>
              </a:defRPr>
            </a:lvl1pPr>
            <a:lvl2pPr lvl="1" algn="ctr" rtl="0">
              <a:spcBef>
                <a:spcPts val="0"/>
              </a:spcBef>
              <a:spcAft>
                <a:spcPts val="0"/>
              </a:spcAft>
              <a:buClr>
                <a:srgbClr val="CADCDC"/>
              </a:buClr>
              <a:buSzPts val="12000"/>
              <a:buNone/>
              <a:defRPr sz="12000">
                <a:solidFill>
                  <a:srgbClr val="CADCDC"/>
                </a:solidFill>
              </a:defRPr>
            </a:lvl2pPr>
            <a:lvl3pPr lvl="2" algn="ctr" rtl="0">
              <a:spcBef>
                <a:spcPts val="0"/>
              </a:spcBef>
              <a:spcAft>
                <a:spcPts val="0"/>
              </a:spcAft>
              <a:buClr>
                <a:srgbClr val="CADCDC"/>
              </a:buClr>
              <a:buSzPts val="12000"/>
              <a:buNone/>
              <a:defRPr sz="12000">
                <a:solidFill>
                  <a:srgbClr val="CADCDC"/>
                </a:solidFill>
              </a:defRPr>
            </a:lvl3pPr>
            <a:lvl4pPr lvl="3" algn="ctr" rtl="0">
              <a:spcBef>
                <a:spcPts val="0"/>
              </a:spcBef>
              <a:spcAft>
                <a:spcPts val="0"/>
              </a:spcAft>
              <a:buClr>
                <a:srgbClr val="CADCDC"/>
              </a:buClr>
              <a:buSzPts val="12000"/>
              <a:buNone/>
              <a:defRPr sz="12000">
                <a:solidFill>
                  <a:srgbClr val="CADCDC"/>
                </a:solidFill>
              </a:defRPr>
            </a:lvl4pPr>
            <a:lvl5pPr lvl="4" algn="ctr" rtl="0">
              <a:spcBef>
                <a:spcPts val="0"/>
              </a:spcBef>
              <a:spcAft>
                <a:spcPts val="0"/>
              </a:spcAft>
              <a:buClr>
                <a:srgbClr val="CADCDC"/>
              </a:buClr>
              <a:buSzPts val="12000"/>
              <a:buNone/>
              <a:defRPr sz="12000">
                <a:solidFill>
                  <a:srgbClr val="CADCDC"/>
                </a:solidFill>
              </a:defRPr>
            </a:lvl5pPr>
            <a:lvl6pPr lvl="5" algn="ctr" rtl="0">
              <a:spcBef>
                <a:spcPts val="0"/>
              </a:spcBef>
              <a:spcAft>
                <a:spcPts val="0"/>
              </a:spcAft>
              <a:buClr>
                <a:srgbClr val="CADCDC"/>
              </a:buClr>
              <a:buSzPts val="12000"/>
              <a:buNone/>
              <a:defRPr sz="12000">
                <a:solidFill>
                  <a:srgbClr val="CADCDC"/>
                </a:solidFill>
              </a:defRPr>
            </a:lvl6pPr>
            <a:lvl7pPr lvl="6" algn="ctr" rtl="0">
              <a:spcBef>
                <a:spcPts val="0"/>
              </a:spcBef>
              <a:spcAft>
                <a:spcPts val="0"/>
              </a:spcAft>
              <a:buClr>
                <a:srgbClr val="CADCDC"/>
              </a:buClr>
              <a:buSzPts val="12000"/>
              <a:buNone/>
              <a:defRPr sz="12000">
                <a:solidFill>
                  <a:srgbClr val="CADCDC"/>
                </a:solidFill>
              </a:defRPr>
            </a:lvl7pPr>
            <a:lvl8pPr lvl="7" algn="ctr" rtl="0">
              <a:spcBef>
                <a:spcPts val="0"/>
              </a:spcBef>
              <a:spcAft>
                <a:spcPts val="0"/>
              </a:spcAft>
              <a:buClr>
                <a:srgbClr val="CADCDC"/>
              </a:buClr>
              <a:buSzPts val="12000"/>
              <a:buNone/>
              <a:defRPr sz="12000">
                <a:solidFill>
                  <a:srgbClr val="CADCDC"/>
                </a:solidFill>
              </a:defRPr>
            </a:lvl8pPr>
            <a:lvl9pPr lvl="8" algn="ctr" rtl="0">
              <a:spcBef>
                <a:spcPts val="0"/>
              </a:spcBef>
              <a:spcAft>
                <a:spcPts val="0"/>
              </a:spcAft>
              <a:buClr>
                <a:srgbClr val="CADCDC"/>
              </a:buClr>
              <a:buSzPts val="12000"/>
              <a:buNone/>
              <a:defRPr sz="12000">
                <a:solidFill>
                  <a:srgbClr val="CADCDC"/>
                </a:solidFill>
              </a:defRPr>
            </a:lvl9pPr>
          </a:lstStyle>
          <a:p>
            <a:r>
              <a:t>xx%</a:t>
            </a:r>
          </a:p>
        </p:txBody>
      </p:sp>
      <p:sp>
        <p:nvSpPr>
          <p:cNvPr id="34" name="Google Shape;34;p4"/>
          <p:cNvSpPr txBox="1">
            <a:spLocks noGrp="1"/>
          </p:cNvSpPr>
          <p:nvPr>
            <p:ph type="subTitle" idx="19"/>
          </p:nvPr>
        </p:nvSpPr>
        <p:spPr>
          <a:xfrm>
            <a:off x="5171303" y="3623655"/>
            <a:ext cx="2880600" cy="3198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800"/>
            </a:lvl1pPr>
            <a:lvl2pPr lvl="1" algn="ctr" rtl="0">
              <a:spcBef>
                <a:spcPts val="1600"/>
              </a:spcBef>
              <a:spcAft>
                <a:spcPts val="0"/>
              </a:spcAft>
              <a:buNone/>
              <a:defRPr/>
            </a:lvl2pPr>
            <a:lvl3pPr lvl="2" algn="ctr" rtl="0">
              <a:spcBef>
                <a:spcPts val="1600"/>
              </a:spcBef>
              <a:spcAft>
                <a:spcPts val="0"/>
              </a:spcAft>
              <a:buNone/>
              <a:defRPr/>
            </a:lvl3pPr>
            <a:lvl4pPr lvl="3" algn="ctr" rtl="0">
              <a:spcBef>
                <a:spcPts val="1600"/>
              </a:spcBef>
              <a:spcAft>
                <a:spcPts val="0"/>
              </a:spcAft>
              <a:buNone/>
              <a:defRPr/>
            </a:lvl4pPr>
            <a:lvl5pPr lvl="4" algn="ctr" rtl="0">
              <a:spcBef>
                <a:spcPts val="1600"/>
              </a:spcBef>
              <a:spcAft>
                <a:spcPts val="0"/>
              </a:spcAft>
              <a:buNone/>
              <a:defRPr/>
            </a:lvl5pPr>
            <a:lvl6pPr lvl="5" algn="ctr" rtl="0">
              <a:spcBef>
                <a:spcPts val="1600"/>
              </a:spcBef>
              <a:spcAft>
                <a:spcPts val="0"/>
              </a:spcAft>
              <a:buNone/>
              <a:defRPr/>
            </a:lvl6pPr>
            <a:lvl7pPr lvl="6" algn="ctr" rtl="0">
              <a:spcBef>
                <a:spcPts val="1600"/>
              </a:spcBef>
              <a:spcAft>
                <a:spcPts val="0"/>
              </a:spcAft>
              <a:buNone/>
              <a:defRPr/>
            </a:lvl7pPr>
            <a:lvl8pPr lvl="7" algn="ctr" rtl="0">
              <a:spcBef>
                <a:spcPts val="1600"/>
              </a:spcBef>
              <a:spcAft>
                <a:spcPts val="0"/>
              </a:spcAft>
              <a:buNone/>
              <a:defRPr/>
            </a:lvl8pPr>
            <a:lvl9pPr lvl="8" algn="ctr" rtl="0">
              <a:spcBef>
                <a:spcPts val="1600"/>
              </a:spcBef>
              <a:spcAft>
                <a:spcPts val="1600"/>
              </a:spcAft>
              <a:buNone/>
              <a:defRPr/>
            </a:lvl9pPr>
          </a:lstStyle>
          <a:p>
            <a:endParaRPr/>
          </a:p>
        </p:txBody>
      </p:sp>
      <p:sp>
        <p:nvSpPr>
          <p:cNvPr id="35" name="Google Shape;35;p4"/>
          <p:cNvSpPr txBox="1">
            <a:spLocks noGrp="1"/>
          </p:cNvSpPr>
          <p:nvPr>
            <p:ph type="title" idx="20"/>
          </p:nvPr>
        </p:nvSpPr>
        <p:spPr>
          <a:xfrm>
            <a:off x="5004300" y="3431284"/>
            <a:ext cx="3214800" cy="319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900"/>
              <a:buNone/>
              <a:defRPr sz="900"/>
            </a:lvl1pPr>
            <a:lvl2pPr lvl="1" algn="ctr" rtl="0">
              <a:spcBef>
                <a:spcPts val="0"/>
              </a:spcBef>
              <a:spcAft>
                <a:spcPts val="0"/>
              </a:spcAft>
              <a:buSzPts val="1200"/>
              <a:buNone/>
              <a:defRPr sz="1200"/>
            </a:lvl2pPr>
            <a:lvl3pPr lvl="2" algn="ctr" rtl="0">
              <a:spcBef>
                <a:spcPts val="0"/>
              </a:spcBef>
              <a:spcAft>
                <a:spcPts val="0"/>
              </a:spcAft>
              <a:buSzPts val="1200"/>
              <a:buNone/>
              <a:defRPr sz="1200"/>
            </a:lvl3pPr>
            <a:lvl4pPr lvl="3" algn="ctr" rtl="0">
              <a:spcBef>
                <a:spcPts val="0"/>
              </a:spcBef>
              <a:spcAft>
                <a:spcPts val="0"/>
              </a:spcAft>
              <a:buSzPts val="1200"/>
              <a:buNone/>
              <a:defRPr sz="1200"/>
            </a:lvl4pPr>
            <a:lvl5pPr lvl="4" algn="ctr" rtl="0">
              <a:spcBef>
                <a:spcPts val="0"/>
              </a:spcBef>
              <a:spcAft>
                <a:spcPts val="0"/>
              </a:spcAft>
              <a:buSzPts val="1200"/>
              <a:buNone/>
              <a:defRPr sz="1200"/>
            </a:lvl5pPr>
            <a:lvl6pPr lvl="5" algn="ctr" rtl="0">
              <a:spcBef>
                <a:spcPts val="0"/>
              </a:spcBef>
              <a:spcAft>
                <a:spcPts val="0"/>
              </a:spcAft>
              <a:buSzPts val="1200"/>
              <a:buNone/>
              <a:defRPr sz="1200"/>
            </a:lvl6pPr>
            <a:lvl7pPr lvl="6" algn="ctr" rtl="0">
              <a:spcBef>
                <a:spcPts val="0"/>
              </a:spcBef>
              <a:spcAft>
                <a:spcPts val="0"/>
              </a:spcAft>
              <a:buSzPts val="1200"/>
              <a:buNone/>
              <a:defRPr sz="1200"/>
            </a:lvl7pPr>
            <a:lvl8pPr lvl="7" algn="ctr" rtl="0">
              <a:spcBef>
                <a:spcPts val="0"/>
              </a:spcBef>
              <a:spcAft>
                <a:spcPts val="0"/>
              </a:spcAft>
              <a:buSzPts val="1200"/>
              <a:buNone/>
              <a:defRPr sz="1200"/>
            </a:lvl8pPr>
            <a:lvl9pPr lvl="8" algn="ctr" rtl="0">
              <a:spcBef>
                <a:spcPts val="0"/>
              </a:spcBef>
              <a:spcAft>
                <a:spcPts val="0"/>
              </a:spcAft>
              <a:buSzPts val="1200"/>
              <a:buNone/>
              <a:defRPr sz="1200"/>
            </a:lvl9pPr>
          </a:lstStyle>
          <a:p>
            <a:endParaRPr/>
          </a:p>
        </p:txBody>
      </p:sp>
      <p:sp>
        <p:nvSpPr>
          <p:cNvPr id="36" name="Google Shape;36;p4"/>
          <p:cNvSpPr txBox="1">
            <a:spLocks noGrp="1"/>
          </p:cNvSpPr>
          <p:nvPr>
            <p:ph type="title" idx="21" hasCustomPrompt="1"/>
          </p:nvPr>
        </p:nvSpPr>
        <p:spPr>
          <a:xfrm>
            <a:off x="6329903" y="3223680"/>
            <a:ext cx="563400" cy="3549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CADCDC"/>
              </a:buClr>
              <a:buSzPts val="1400"/>
              <a:buNone/>
              <a:defRPr sz="1400">
                <a:solidFill>
                  <a:srgbClr val="CADCDC"/>
                </a:solidFill>
              </a:defRPr>
            </a:lvl1pPr>
            <a:lvl2pPr lvl="1" algn="ctr" rtl="0">
              <a:spcBef>
                <a:spcPts val="0"/>
              </a:spcBef>
              <a:spcAft>
                <a:spcPts val="0"/>
              </a:spcAft>
              <a:buClr>
                <a:srgbClr val="CADCDC"/>
              </a:buClr>
              <a:buSzPts val="12000"/>
              <a:buNone/>
              <a:defRPr sz="12000">
                <a:solidFill>
                  <a:srgbClr val="CADCDC"/>
                </a:solidFill>
              </a:defRPr>
            </a:lvl2pPr>
            <a:lvl3pPr lvl="2" algn="ctr" rtl="0">
              <a:spcBef>
                <a:spcPts val="0"/>
              </a:spcBef>
              <a:spcAft>
                <a:spcPts val="0"/>
              </a:spcAft>
              <a:buClr>
                <a:srgbClr val="CADCDC"/>
              </a:buClr>
              <a:buSzPts val="12000"/>
              <a:buNone/>
              <a:defRPr sz="12000">
                <a:solidFill>
                  <a:srgbClr val="CADCDC"/>
                </a:solidFill>
              </a:defRPr>
            </a:lvl3pPr>
            <a:lvl4pPr lvl="3" algn="ctr" rtl="0">
              <a:spcBef>
                <a:spcPts val="0"/>
              </a:spcBef>
              <a:spcAft>
                <a:spcPts val="0"/>
              </a:spcAft>
              <a:buClr>
                <a:srgbClr val="CADCDC"/>
              </a:buClr>
              <a:buSzPts val="12000"/>
              <a:buNone/>
              <a:defRPr sz="12000">
                <a:solidFill>
                  <a:srgbClr val="CADCDC"/>
                </a:solidFill>
              </a:defRPr>
            </a:lvl4pPr>
            <a:lvl5pPr lvl="4" algn="ctr" rtl="0">
              <a:spcBef>
                <a:spcPts val="0"/>
              </a:spcBef>
              <a:spcAft>
                <a:spcPts val="0"/>
              </a:spcAft>
              <a:buClr>
                <a:srgbClr val="CADCDC"/>
              </a:buClr>
              <a:buSzPts val="12000"/>
              <a:buNone/>
              <a:defRPr sz="12000">
                <a:solidFill>
                  <a:srgbClr val="CADCDC"/>
                </a:solidFill>
              </a:defRPr>
            </a:lvl5pPr>
            <a:lvl6pPr lvl="5" algn="ctr" rtl="0">
              <a:spcBef>
                <a:spcPts val="0"/>
              </a:spcBef>
              <a:spcAft>
                <a:spcPts val="0"/>
              </a:spcAft>
              <a:buClr>
                <a:srgbClr val="CADCDC"/>
              </a:buClr>
              <a:buSzPts val="12000"/>
              <a:buNone/>
              <a:defRPr sz="12000">
                <a:solidFill>
                  <a:srgbClr val="CADCDC"/>
                </a:solidFill>
              </a:defRPr>
            </a:lvl6pPr>
            <a:lvl7pPr lvl="6" algn="ctr" rtl="0">
              <a:spcBef>
                <a:spcPts val="0"/>
              </a:spcBef>
              <a:spcAft>
                <a:spcPts val="0"/>
              </a:spcAft>
              <a:buClr>
                <a:srgbClr val="CADCDC"/>
              </a:buClr>
              <a:buSzPts val="12000"/>
              <a:buNone/>
              <a:defRPr sz="12000">
                <a:solidFill>
                  <a:srgbClr val="CADCDC"/>
                </a:solidFill>
              </a:defRPr>
            </a:lvl7pPr>
            <a:lvl8pPr lvl="7" algn="ctr" rtl="0">
              <a:spcBef>
                <a:spcPts val="0"/>
              </a:spcBef>
              <a:spcAft>
                <a:spcPts val="0"/>
              </a:spcAft>
              <a:buClr>
                <a:srgbClr val="CADCDC"/>
              </a:buClr>
              <a:buSzPts val="12000"/>
              <a:buNone/>
              <a:defRPr sz="12000">
                <a:solidFill>
                  <a:srgbClr val="CADCDC"/>
                </a:solidFill>
              </a:defRPr>
            </a:lvl8pPr>
            <a:lvl9pPr lvl="8" algn="ctr" rtl="0">
              <a:spcBef>
                <a:spcPts val="0"/>
              </a:spcBef>
              <a:spcAft>
                <a:spcPts val="0"/>
              </a:spcAft>
              <a:buClr>
                <a:srgbClr val="CADCDC"/>
              </a:buClr>
              <a:buSzPts val="12000"/>
              <a:buNone/>
              <a:defRPr sz="12000">
                <a:solidFill>
                  <a:srgbClr val="CADCDC"/>
                </a:solidFill>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TEXT">
  <p:cSld name="SECTION_HEADER_2">
    <p:spTree>
      <p:nvGrpSpPr>
        <p:cNvPr id="1" name="Shape 37"/>
        <p:cNvGrpSpPr/>
        <p:nvPr/>
      </p:nvGrpSpPr>
      <p:grpSpPr>
        <a:xfrm>
          <a:off x="0" y="0"/>
          <a:ext cx="0" cy="0"/>
          <a:chOff x="0" y="0"/>
          <a:chExt cx="0" cy="0"/>
        </a:xfrm>
      </p:grpSpPr>
      <p:sp>
        <p:nvSpPr>
          <p:cNvPr id="38" name="Google Shape;38;p5"/>
          <p:cNvSpPr txBox="1">
            <a:spLocks noGrp="1"/>
          </p:cNvSpPr>
          <p:nvPr>
            <p:ph type="subTitle" idx="1"/>
          </p:nvPr>
        </p:nvSpPr>
        <p:spPr>
          <a:xfrm>
            <a:off x="1166425" y="1857150"/>
            <a:ext cx="2793300" cy="14292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1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sp>
        <p:nvSpPr>
          <p:cNvPr id="39" name="Google Shape;39;p5"/>
          <p:cNvSpPr/>
          <p:nvPr/>
        </p:nvSpPr>
        <p:spPr>
          <a:xfrm>
            <a:off x="333700" y="-47850"/>
            <a:ext cx="227400" cy="5239200"/>
          </a:xfrm>
          <a:prstGeom prst="rect">
            <a:avLst/>
          </a:prstGeom>
          <a:solidFill>
            <a:srgbClr val="CADC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5"/>
          <p:cNvSpPr txBox="1">
            <a:spLocks noGrp="1"/>
          </p:cNvSpPr>
          <p:nvPr>
            <p:ph type="title"/>
          </p:nvPr>
        </p:nvSpPr>
        <p:spPr>
          <a:xfrm rot="-5400000">
            <a:off x="-1703750" y="2544750"/>
            <a:ext cx="4302300" cy="206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900"/>
              <a:buNone/>
              <a:defRPr sz="900"/>
            </a:lvl1pPr>
            <a:lvl2pPr lvl="1" algn="r" rtl="0">
              <a:spcBef>
                <a:spcPts val="0"/>
              </a:spcBef>
              <a:spcAft>
                <a:spcPts val="0"/>
              </a:spcAft>
              <a:buSzPts val="1200"/>
              <a:buNone/>
              <a:defRPr sz="1200"/>
            </a:lvl2pPr>
            <a:lvl3pPr lvl="2" algn="r" rtl="0">
              <a:spcBef>
                <a:spcPts val="0"/>
              </a:spcBef>
              <a:spcAft>
                <a:spcPts val="0"/>
              </a:spcAft>
              <a:buSzPts val="1200"/>
              <a:buNone/>
              <a:defRPr sz="1200"/>
            </a:lvl3pPr>
            <a:lvl4pPr lvl="3" algn="r" rtl="0">
              <a:spcBef>
                <a:spcPts val="0"/>
              </a:spcBef>
              <a:spcAft>
                <a:spcPts val="0"/>
              </a:spcAft>
              <a:buSzPts val="1200"/>
              <a:buNone/>
              <a:defRPr sz="1200"/>
            </a:lvl4pPr>
            <a:lvl5pPr lvl="4" algn="r" rtl="0">
              <a:spcBef>
                <a:spcPts val="0"/>
              </a:spcBef>
              <a:spcAft>
                <a:spcPts val="0"/>
              </a:spcAft>
              <a:buSzPts val="1200"/>
              <a:buNone/>
              <a:defRPr sz="1200"/>
            </a:lvl5pPr>
            <a:lvl6pPr lvl="5" algn="r" rtl="0">
              <a:spcBef>
                <a:spcPts val="0"/>
              </a:spcBef>
              <a:spcAft>
                <a:spcPts val="0"/>
              </a:spcAft>
              <a:buSzPts val="1200"/>
              <a:buNone/>
              <a:defRPr sz="1200"/>
            </a:lvl6pPr>
            <a:lvl7pPr lvl="6" algn="r" rtl="0">
              <a:spcBef>
                <a:spcPts val="0"/>
              </a:spcBef>
              <a:spcAft>
                <a:spcPts val="0"/>
              </a:spcAft>
              <a:buSzPts val="1200"/>
              <a:buNone/>
              <a:defRPr sz="1200"/>
            </a:lvl7pPr>
            <a:lvl8pPr lvl="7" algn="r" rtl="0">
              <a:spcBef>
                <a:spcPts val="0"/>
              </a:spcBef>
              <a:spcAft>
                <a:spcPts val="0"/>
              </a:spcAft>
              <a:buSzPts val="1200"/>
              <a:buNone/>
              <a:defRPr sz="1200"/>
            </a:lvl8pPr>
            <a:lvl9pPr lvl="8" algn="r" rtl="0">
              <a:spcBef>
                <a:spcPts val="0"/>
              </a:spcBef>
              <a:spcAft>
                <a:spcPts val="0"/>
              </a:spcAft>
              <a:buSzPts val="1200"/>
              <a:buNone/>
              <a:defRPr sz="12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1">
  <p:cSld name="SECTION_HEADER_2_1_1_3">
    <p:spTree>
      <p:nvGrpSpPr>
        <p:cNvPr id="1" name="Shape 41"/>
        <p:cNvGrpSpPr/>
        <p:nvPr/>
      </p:nvGrpSpPr>
      <p:grpSpPr>
        <a:xfrm>
          <a:off x="0" y="0"/>
          <a:ext cx="0" cy="0"/>
          <a:chOff x="0" y="0"/>
          <a:chExt cx="0" cy="0"/>
        </a:xfrm>
      </p:grpSpPr>
      <p:sp>
        <p:nvSpPr>
          <p:cNvPr id="42" name="Google Shape;42;p6"/>
          <p:cNvSpPr txBox="1">
            <a:spLocks noGrp="1"/>
          </p:cNvSpPr>
          <p:nvPr>
            <p:ph type="subTitle" idx="1"/>
          </p:nvPr>
        </p:nvSpPr>
        <p:spPr>
          <a:xfrm>
            <a:off x="5521500" y="2854825"/>
            <a:ext cx="3888600" cy="469800"/>
          </a:xfrm>
          <a:prstGeom prst="rect">
            <a:avLst/>
          </a:prstGeom>
        </p:spPr>
        <p:txBody>
          <a:bodyPr spcFirstLastPara="1" wrap="square" lIns="91425" tIns="91425" rIns="91425" bIns="91425" anchor="t" anchorCtr="0">
            <a:noAutofit/>
          </a:bodyPr>
          <a:lstStyle>
            <a:lvl1pPr lvl="0" rtl="0">
              <a:spcBef>
                <a:spcPts val="0"/>
              </a:spcBef>
              <a:spcAft>
                <a:spcPts val="0"/>
              </a:spcAft>
              <a:buNone/>
              <a:defRPr sz="900"/>
            </a:lvl1pPr>
            <a:lvl2pPr lvl="1" rtl="0">
              <a:spcBef>
                <a:spcPts val="1600"/>
              </a:spcBef>
              <a:spcAft>
                <a:spcPts val="0"/>
              </a:spcAft>
              <a:buNone/>
              <a:defRPr sz="900"/>
            </a:lvl2pPr>
            <a:lvl3pPr lvl="2" rtl="0">
              <a:spcBef>
                <a:spcPts val="1600"/>
              </a:spcBef>
              <a:spcAft>
                <a:spcPts val="0"/>
              </a:spcAft>
              <a:buNone/>
              <a:defRPr sz="900"/>
            </a:lvl3pPr>
            <a:lvl4pPr lvl="3" rtl="0">
              <a:spcBef>
                <a:spcPts val="1600"/>
              </a:spcBef>
              <a:spcAft>
                <a:spcPts val="0"/>
              </a:spcAft>
              <a:buNone/>
              <a:defRPr sz="900"/>
            </a:lvl4pPr>
            <a:lvl5pPr lvl="4" rtl="0">
              <a:spcBef>
                <a:spcPts val="1600"/>
              </a:spcBef>
              <a:spcAft>
                <a:spcPts val="0"/>
              </a:spcAft>
              <a:buNone/>
              <a:defRPr sz="900"/>
            </a:lvl5pPr>
            <a:lvl6pPr lvl="5" rtl="0">
              <a:spcBef>
                <a:spcPts val="1600"/>
              </a:spcBef>
              <a:spcAft>
                <a:spcPts val="0"/>
              </a:spcAft>
              <a:buNone/>
              <a:defRPr sz="900"/>
            </a:lvl6pPr>
            <a:lvl7pPr lvl="6" rtl="0">
              <a:spcBef>
                <a:spcPts val="1600"/>
              </a:spcBef>
              <a:spcAft>
                <a:spcPts val="0"/>
              </a:spcAft>
              <a:buNone/>
              <a:defRPr sz="900"/>
            </a:lvl7pPr>
            <a:lvl8pPr lvl="7" rtl="0">
              <a:spcBef>
                <a:spcPts val="1600"/>
              </a:spcBef>
              <a:spcAft>
                <a:spcPts val="0"/>
              </a:spcAft>
              <a:buNone/>
              <a:defRPr sz="900"/>
            </a:lvl8pPr>
            <a:lvl9pPr lvl="8" rtl="0">
              <a:spcBef>
                <a:spcPts val="1600"/>
              </a:spcBef>
              <a:spcAft>
                <a:spcPts val="1600"/>
              </a:spcAft>
              <a:buNone/>
              <a:defRPr sz="900"/>
            </a:lvl9pPr>
          </a:lstStyle>
          <a:p>
            <a:endParaRPr/>
          </a:p>
        </p:txBody>
      </p:sp>
      <p:sp>
        <p:nvSpPr>
          <p:cNvPr id="43" name="Google Shape;43;p6"/>
          <p:cNvSpPr txBox="1">
            <a:spLocks noGrp="1"/>
          </p:cNvSpPr>
          <p:nvPr>
            <p:ph type="title"/>
          </p:nvPr>
        </p:nvSpPr>
        <p:spPr>
          <a:xfrm>
            <a:off x="5521500" y="2426200"/>
            <a:ext cx="4959000" cy="6441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44" name="Google Shape;44;p6"/>
          <p:cNvSpPr txBox="1">
            <a:spLocks noGrp="1"/>
          </p:cNvSpPr>
          <p:nvPr>
            <p:ph type="title" idx="2" hasCustomPrompt="1"/>
          </p:nvPr>
        </p:nvSpPr>
        <p:spPr>
          <a:xfrm>
            <a:off x="5521500" y="2210575"/>
            <a:ext cx="1654200" cy="3549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CADCDC"/>
              </a:buClr>
              <a:buSzPts val="3600"/>
              <a:buNone/>
              <a:defRPr sz="3600">
                <a:solidFill>
                  <a:srgbClr val="CADCDC"/>
                </a:solidFill>
              </a:defRPr>
            </a:lvl1pPr>
            <a:lvl2pPr lvl="1" rtl="0">
              <a:spcBef>
                <a:spcPts val="0"/>
              </a:spcBef>
              <a:spcAft>
                <a:spcPts val="0"/>
              </a:spcAft>
              <a:buClr>
                <a:srgbClr val="CADCDC"/>
              </a:buClr>
              <a:buSzPts val="3000"/>
              <a:buNone/>
              <a:defRPr sz="3000">
                <a:solidFill>
                  <a:srgbClr val="CADCDC"/>
                </a:solidFill>
              </a:defRPr>
            </a:lvl2pPr>
            <a:lvl3pPr lvl="2" rtl="0">
              <a:spcBef>
                <a:spcPts val="0"/>
              </a:spcBef>
              <a:spcAft>
                <a:spcPts val="0"/>
              </a:spcAft>
              <a:buClr>
                <a:srgbClr val="CADCDC"/>
              </a:buClr>
              <a:buSzPts val="3000"/>
              <a:buNone/>
              <a:defRPr sz="3000">
                <a:solidFill>
                  <a:srgbClr val="CADCDC"/>
                </a:solidFill>
              </a:defRPr>
            </a:lvl3pPr>
            <a:lvl4pPr lvl="3" rtl="0">
              <a:spcBef>
                <a:spcPts val="0"/>
              </a:spcBef>
              <a:spcAft>
                <a:spcPts val="0"/>
              </a:spcAft>
              <a:buClr>
                <a:srgbClr val="CADCDC"/>
              </a:buClr>
              <a:buSzPts val="3000"/>
              <a:buNone/>
              <a:defRPr sz="3000">
                <a:solidFill>
                  <a:srgbClr val="CADCDC"/>
                </a:solidFill>
              </a:defRPr>
            </a:lvl4pPr>
            <a:lvl5pPr lvl="4" rtl="0">
              <a:spcBef>
                <a:spcPts val="0"/>
              </a:spcBef>
              <a:spcAft>
                <a:spcPts val="0"/>
              </a:spcAft>
              <a:buClr>
                <a:srgbClr val="CADCDC"/>
              </a:buClr>
              <a:buSzPts val="3000"/>
              <a:buNone/>
              <a:defRPr sz="3000">
                <a:solidFill>
                  <a:srgbClr val="CADCDC"/>
                </a:solidFill>
              </a:defRPr>
            </a:lvl5pPr>
            <a:lvl6pPr lvl="5" rtl="0">
              <a:spcBef>
                <a:spcPts val="0"/>
              </a:spcBef>
              <a:spcAft>
                <a:spcPts val="0"/>
              </a:spcAft>
              <a:buClr>
                <a:srgbClr val="CADCDC"/>
              </a:buClr>
              <a:buSzPts val="3000"/>
              <a:buNone/>
              <a:defRPr sz="3000">
                <a:solidFill>
                  <a:srgbClr val="CADCDC"/>
                </a:solidFill>
              </a:defRPr>
            </a:lvl6pPr>
            <a:lvl7pPr lvl="6" rtl="0">
              <a:spcBef>
                <a:spcPts val="0"/>
              </a:spcBef>
              <a:spcAft>
                <a:spcPts val="0"/>
              </a:spcAft>
              <a:buClr>
                <a:srgbClr val="CADCDC"/>
              </a:buClr>
              <a:buSzPts val="3000"/>
              <a:buNone/>
              <a:defRPr sz="3000">
                <a:solidFill>
                  <a:srgbClr val="CADCDC"/>
                </a:solidFill>
              </a:defRPr>
            </a:lvl7pPr>
            <a:lvl8pPr lvl="7" rtl="0">
              <a:spcBef>
                <a:spcPts val="0"/>
              </a:spcBef>
              <a:spcAft>
                <a:spcPts val="0"/>
              </a:spcAft>
              <a:buClr>
                <a:srgbClr val="CADCDC"/>
              </a:buClr>
              <a:buSzPts val="3000"/>
              <a:buNone/>
              <a:defRPr sz="3000">
                <a:solidFill>
                  <a:srgbClr val="CADCDC"/>
                </a:solidFill>
              </a:defRPr>
            </a:lvl8pPr>
            <a:lvl9pPr lvl="8" rtl="0">
              <a:spcBef>
                <a:spcPts val="0"/>
              </a:spcBef>
              <a:spcAft>
                <a:spcPts val="0"/>
              </a:spcAft>
              <a:buClr>
                <a:srgbClr val="CADCDC"/>
              </a:buClr>
              <a:buSzPts val="3000"/>
              <a:buNone/>
              <a:defRPr sz="3000">
                <a:solidFill>
                  <a:srgbClr val="CADCDC"/>
                </a:solidFill>
              </a:defRPr>
            </a:lvl9pPr>
          </a:lstStyle>
          <a:p>
            <a:r>
              <a:t>xx%</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FOUR COLUMNS">
  <p:cSld name="SECTION_HEADER_2_1_1">
    <p:spTree>
      <p:nvGrpSpPr>
        <p:cNvPr id="1" name="Shape 51"/>
        <p:cNvGrpSpPr/>
        <p:nvPr/>
      </p:nvGrpSpPr>
      <p:grpSpPr>
        <a:xfrm>
          <a:off x="0" y="0"/>
          <a:ext cx="0" cy="0"/>
          <a:chOff x="0" y="0"/>
          <a:chExt cx="0" cy="0"/>
        </a:xfrm>
      </p:grpSpPr>
      <p:sp>
        <p:nvSpPr>
          <p:cNvPr id="52" name="Google Shape;52;p8"/>
          <p:cNvSpPr txBox="1">
            <a:spLocks noGrp="1"/>
          </p:cNvSpPr>
          <p:nvPr>
            <p:ph type="subTitle" idx="1"/>
          </p:nvPr>
        </p:nvSpPr>
        <p:spPr>
          <a:xfrm>
            <a:off x="1398588" y="3066150"/>
            <a:ext cx="1515600" cy="4698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900"/>
            </a:lvl1pPr>
            <a:lvl2pPr lvl="1" algn="ctr" rtl="0">
              <a:spcBef>
                <a:spcPts val="1600"/>
              </a:spcBef>
              <a:spcAft>
                <a:spcPts val="0"/>
              </a:spcAft>
              <a:buNone/>
              <a:defRPr sz="900"/>
            </a:lvl2pPr>
            <a:lvl3pPr lvl="2" algn="ctr" rtl="0">
              <a:spcBef>
                <a:spcPts val="1600"/>
              </a:spcBef>
              <a:spcAft>
                <a:spcPts val="0"/>
              </a:spcAft>
              <a:buNone/>
              <a:defRPr sz="900"/>
            </a:lvl3pPr>
            <a:lvl4pPr lvl="3" algn="ctr" rtl="0">
              <a:spcBef>
                <a:spcPts val="1600"/>
              </a:spcBef>
              <a:spcAft>
                <a:spcPts val="0"/>
              </a:spcAft>
              <a:buNone/>
              <a:defRPr sz="900"/>
            </a:lvl4pPr>
            <a:lvl5pPr lvl="4" algn="ctr" rtl="0">
              <a:spcBef>
                <a:spcPts val="1600"/>
              </a:spcBef>
              <a:spcAft>
                <a:spcPts val="0"/>
              </a:spcAft>
              <a:buNone/>
              <a:defRPr sz="900"/>
            </a:lvl5pPr>
            <a:lvl6pPr lvl="5" algn="ctr" rtl="0">
              <a:spcBef>
                <a:spcPts val="1600"/>
              </a:spcBef>
              <a:spcAft>
                <a:spcPts val="0"/>
              </a:spcAft>
              <a:buNone/>
              <a:defRPr sz="900"/>
            </a:lvl6pPr>
            <a:lvl7pPr lvl="6" algn="ctr" rtl="0">
              <a:spcBef>
                <a:spcPts val="1600"/>
              </a:spcBef>
              <a:spcAft>
                <a:spcPts val="0"/>
              </a:spcAft>
              <a:buNone/>
              <a:defRPr sz="900"/>
            </a:lvl7pPr>
            <a:lvl8pPr lvl="7" algn="ctr" rtl="0">
              <a:spcBef>
                <a:spcPts val="1600"/>
              </a:spcBef>
              <a:spcAft>
                <a:spcPts val="0"/>
              </a:spcAft>
              <a:buNone/>
              <a:defRPr sz="900"/>
            </a:lvl8pPr>
            <a:lvl9pPr lvl="8" algn="ctr" rtl="0">
              <a:spcBef>
                <a:spcPts val="1600"/>
              </a:spcBef>
              <a:spcAft>
                <a:spcPts val="1600"/>
              </a:spcAft>
              <a:buNone/>
              <a:defRPr sz="900"/>
            </a:lvl9pPr>
          </a:lstStyle>
          <a:p>
            <a:endParaRPr/>
          </a:p>
        </p:txBody>
      </p:sp>
      <p:sp>
        <p:nvSpPr>
          <p:cNvPr id="53" name="Google Shape;53;p8"/>
          <p:cNvSpPr txBox="1">
            <a:spLocks noGrp="1"/>
          </p:cNvSpPr>
          <p:nvPr>
            <p:ph type="subTitle" idx="2"/>
          </p:nvPr>
        </p:nvSpPr>
        <p:spPr>
          <a:xfrm>
            <a:off x="3192463" y="3066150"/>
            <a:ext cx="1515600" cy="4698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900"/>
            </a:lvl1pPr>
            <a:lvl2pPr lvl="1" algn="ctr" rtl="0">
              <a:spcBef>
                <a:spcPts val="1600"/>
              </a:spcBef>
              <a:spcAft>
                <a:spcPts val="0"/>
              </a:spcAft>
              <a:buNone/>
              <a:defRPr sz="900"/>
            </a:lvl2pPr>
            <a:lvl3pPr lvl="2" algn="ctr" rtl="0">
              <a:spcBef>
                <a:spcPts val="1600"/>
              </a:spcBef>
              <a:spcAft>
                <a:spcPts val="0"/>
              </a:spcAft>
              <a:buNone/>
              <a:defRPr sz="900"/>
            </a:lvl3pPr>
            <a:lvl4pPr lvl="3" algn="ctr" rtl="0">
              <a:spcBef>
                <a:spcPts val="1600"/>
              </a:spcBef>
              <a:spcAft>
                <a:spcPts val="0"/>
              </a:spcAft>
              <a:buNone/>
              <a:defRPr sz="900"/>
            </a:lvl4pPr>
            <a:lvl5pPr lvl="4" algn="ctr" rtl="0">
              <a:spcBef>
                <a:spcPts val="1600"/>
              </a:spcBef>
              <a:spcAft>
                <a:spcPts val="0"/>
              </a:spcAft>
              <a:buNone/>
              <a:defRPr sz="900"/>
            </a:lvl5pPr>
            <a:lvl6pPr lvl="5" algn="ctr" rtl="0">
              <a:spcBef>
                <a:spcPts val="1600"/>
              </a:spcBef>
              <a:spcAft>
                <a:spcPts val="0"/>
              </a:spcAft>
              <a:buNone/>
              <a:defRPr sz="900"/>
            </a:lvl6pPr>
            <a:lvl7pPr lvl="6" algn="ctr" rtl="0">
              <a:spcBef>
                <a:spcPts val="1600"/>
              </a:spcBef>
              <a:spcAft>
                <a:spcPts val="0"/>
              </a:spcAft>
              <a:buNone/>
              <a:defRPr sz="900"/>
            </a:lvl7pPr>
            <a:lvl8pPr lvl="7" algn="ctr" rtl="0">
              <a:spcBef>
                <a:spcPts val="1600"/>
              </a:spcBef>
              <a:spcAft>
                <a:spcPts val="0"/>
              </a:spcAft>
              <a:buNone/>
              <a:defRPr sz="900"/>
            </a:lvl8pPr>
            <a:lvl9pPr lvl="8" algn="ctr" rtl="0">
              <a:spcBef>
                <a:spcPts val="1600"/>
              </a:spcBef>
              <a:spcAft>
                <a:spcPts val="1600"/>
              </a:spcAft>
              <a:buNone/>
              <a:defRPr sz="900"/>
            </a:lvl9pPr>
          </a:lstStyle>
          <a:p>
            <a:endParaRPr/>
          </a:p>
        </p:txBody>
      </p:sp>
      <p:sp>
        <p:nvSpPr>
          <p:cNvPr id="54" name="Google Shape;54;p8"/>
          <p:cNvSpPr txBox="1">
            <a:spLocks noGrp="1"/>
          </p:cNvSpPr>
          <p:nvPr>
            <p:ph type="subTitle" idx="3"/>
          </p:nvPr>
        </p:nvSpPr>
        <p:spPr>
          <a:xfrm>
            <a:off x="4986338" y="3066150"/>
            <a:ext cx="1515600" cy="4698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900"/>
            </a:lvl1pPr>
            <a:lvl2pPr lvl="1" algn="ctr" rtl="0">
              <a:spcBef>
                <a:spcPts val="1600"/>
              </a:spcBef>
              <a:spcAft>
                <a:spcPts val="0"/>
              </a:spcAft>
              <a:buNone/>
              <a:defRPr sz="900"/>
            </a:lvl2pPr>
            <a:lvl3pPr lvl="2" algn="ctr" rtl="0">
              <a:spcBef>
                <a:spcPts val="1600"/>
              </a:spcBef>
              <a:spcAft>
                <a:spcPts val="0"/>
              </a:spcAft>
              <a:buNone/>
              <a:defRPr sz="900"/>
            </a:lvl3pPr>
            <a:lvl4pPr lvl="3" algn="ctr" rtl="0">
              <a:spcBef>
                <a:spcPts val="1600"/>
              </a:spcBef>
              <a:spcAft>
                <a:spcPts val="0"/>
              </a:spcAft>
              <a:buNone/>
              <a:defRPr sz="900"/>
            </a:lvl4pPr>
            <a:lvl5pPr lvl="4" algn="ctr" rtl="0">
              <a:spcBef>
                <a:spcPts val="1600"/>
              </a:spcBef>
              <a:spcAft>
                <a:spcPts val="0"/>
              </a:spcAft>
              <a:buNone/>
              <a:defRPr sz="900"/>
            </a:lvl5pPr>
            <a:lvl6pPr lvl="5" algn="ctr" rtl="0">
              <a:spcBef>
                <a:spcPts val="1600"/>
              </a:spcBef>
              <a:spcAft>
                <a:spcPts val="0"/>
              </a:spcAft>
              <a:buNone/>
              <a:defRPr sz="900"/>
            </a:lvl6pPr>
            <a:lvl7pPr lvl="6" algn="ctr" rtl="0">
              <a:spcBef>
                <a:spcPts val="1600"/>
              </a:spcBef>
              <a:spcAft>
                <a:spcPts val="0"/>
              </a:spcAft>
              <a:buNone/>
              <a:defRPr sz="900"/>
            </a:lvl7pPr>
            <a:lvl8pPr lvl="7" algn="ctr" rtl="0">
              <a:spcBef>
                <a:spcPts val="1600"/>
              </a:spcBef>
              <a:spcAft>
                <a:spcPts val="0"/>
              </a:spcAft>
              <a:buNone/>
              <a:defRPr sz="900"/>
            </a:lvl8pPr>
            <a:lvl9pPr lvl="8" algn="ctr" rtl="0">
              <a:spcBef>
                <a:spcPts val="1600"/>
              </a:spcBef>
              <a:spcAft>
                <a:spcPts val="1600"/>
              </a:spcAft>
              <a:buNone/>
              <a:defRPr sz="900"/>
            </a:lvl9pPr>
          </a:lstStyle>
          <a:p>
            <a:endParaRPr/>
          </a:p>
        </p:txBody>
      </p:sp>
      <p:sp>
        <p:nvSpPr>
          <p:cNvPr id="55" name="Google Shape;55;p8"/>
          <p:cNvSpPr txBox="1">
            <a:spLocks noGrp="1"/>
          </p:cNvSpPr>
          <p:nvPr>
            <p:ph type="subTitle" idx="4"/>
          </p:nvPr>
        </p:nvSpPr>
        <p:spPr>
          <a:xfrm>
            <a:off x="6780213" y="3066150"/>
            <a:ext cx="1515600" cy="4698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900"/>
            </a:lvl1pPr>
            <a:lvl2pPr lvl="1" algn="ctr" rtl="0">
              <a:spcBef>
                <a:spcPts val="1600"/>
              </a:spcBef>
              <a:spcAft>
                <a:spcPts val="0"/>
              </a:spcAft>
              <a:buNone/>
              <a:defRPr sz="900"/>
            </a:lvl2pPr>
            <a:lvl3pPr lvl="2" algn="ctr" rtl="0">
              <a:spcBef>
                <a:spcPts val="1600"/>
              </a:spcBef>
              <a:spcAft>
                <a:spcPts val="0"/>
              </a:spcAft>
              <a:buNone/>
              <a:defRPr sz="900"/>
            </a:lvl3pPr>
            <a:lvl4pPr lvl="3" algn="ctr" rtl="0">
              <a:spcBef>
                <a:spcPts val="1600"/>
              </a:spcBef>
              <a:spcAft>
                <a:spcPts val="0"/>
              </a:spcAft>
              <a:buNone/>
              <a:defRPr sz="900"/>
            </a:lvl4pPr>
            <a:lvl5pPr lvl="4" algn="ctr" rtl="0">
              <a:spcBef>
                <a:spcPts val="1600"/>
              </a:spcBef>
              <a:spcAft>
                <a:spcPts val="0"/>
              </a:spcAft>
              <a:buNone/>
              <a:defRPr sz="900"/>
            </a:lvl5pPr>
            <a:lvl6pPr lvl="5" algn="ctr" rtl="0">
              <a:spcBef>
                <a:spcPts val="1600"/>
              </a:spcBef>
              <a:spcAft>
                <a:spcPts val="0"/>
              </a:spcAft>
              <a:buNone/>
              <a:defRPr sz="900"/>
            </a:lvl6pPr>
            <a:lvl7pPr lvl="6" algn="ctr" rtl="0">
              <a:spcBef>
                <a:spcPts val="1600"/>
              </a:spcBef>
              <a:spcAft>
                <a:spcPts val="0"/>
              </a:spcAft>
              <a:buNone/>
              <a:defRPr sz="900"/>
            </a:lvl7pPr>
            <a:lvl8pPr lvl="7" algn="ctr" rtl="0">
              <a:spcBef>
                <a:spcPts val="1600"/>
              </a:spcBef>
              <a:spcAft>
                <a:spcPts val="0"/>
              </a:spcAft>
              <a:buNone/>
              <a:defRPr sz="900"/>
            </a:lvl8pPr>
            <a:lvl9pPr lvl="8" algn="ctr" rtl="0">
              <a:spcBef>
                <a:spcPts val="1600"/>
              </a:spcBef>
              <a:spcAft>
                <a:spcPts val="1600"/>
              </a:spcAft>
              <a:buNone/>
              <a:defRPr sz="900"/>
            </a:lvl9pPr>
          </a:lstStyle>
          <a:p>
            <a:endParaRPr/>
          </a:p>
        </p:txBody>
      </p:sp>
      <p:sp>
        <p:nvSpPr>
          <p:cNvPr id="56" name="Google Shape;56;p8"/>
          <p:cNvSpPr/>
          <p:nvPr/>
        </p:nvSpPr>
        <p:spPr>
          <a:xfrm>
            <a:off x="333700" y="-47850"/>
            <a:ext cx="227400" cy="5239200"/>
          </a:xfrm>
          <a:prstGeom prst="rect">
            <a:avLst/>
          </a:prstGeom>
          <a:solidFill>
            <a:srgbClr val="CADC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8"/>
          <p:cNvSpPr txBox="1">
            <a:spLocks noGrp="1"/>
          </p:cNvSpPr>
          <p:nvPr>
            <p:ph type="title"/>
          </p:nvPr>
        </p:nvSpPr>
        <p:spPr>
          <a:xfrm rot="-5400000">
            <a:off x="-1703750" y="2544750"/>
            <a:ext cx="4302300" cy="206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900"/>
              <a:buNone/>
              <a:defRPr sz="900"/>
            </a:lvl1pPr>
            <a:lvl2pPr lvl="1" algn="r" rtl="0">
              <a:spcBef>
                <a:spcPts val="0"/>
              </a:spcBef>
              <a:spcAft>
                <a:spcPts val="0"/>
              </a:spcAft>
              <a:buSzPts val="1200"/>
              <a:buNone/>
              <a:defRPr sz="1200"/>
            </a:lvl2pPr>
            <a:lvl3pPr lvl="2" algn="r" rtl="0">
              <a:spcBef>
                <a:spcPts val="0"/>
              </a:spcBef>
              <a:spcAft>
                <a:spcPts val="0"/>
              </a:spcAft>
              <a:buSzPts val="1200"/>
              <a:buNone/>
              <a:defRPr sz="1200"/>
            </a:lvl3pPr>
            <a:lvl4pPr lvl="3" algn="r" rtl="0">
              <a:spcBef>
                <a:spcPts val="0"/>
              </a:spcBef>
              <a:spcAft>
                <a:spcPts val="0"/>
              </a:spcAft>
              <a:buSzPts val="1200"/>
              <a:buNone/>
              <a:defRPr sz="1200"/>
            </a:lvl4pPr>
            <a:lvl5pPr lvl="4" algn="r" rtl="0">
              <a:spcBef>
                <a:spcPts val="0"/>
              </a:spcBef>
              <a:spcAft>
                <a:spcPts val="0"/>
              </a:spcAft>
              <a:buSzPts val="1200"/>
              <a:buNone/>
              <a:defRPr sz="1200"/>
            </a:lvl5pPr>
            <a:lvl6pPr lvl="5" algn="r" rtl="0">
              <a:spcBef>
                <a:spcPts val="0"/>
              </a:spcBef>
              <a:spcAft>
                <a:spcPts val="0"/>
              </a:spcAft>
              <a:buSzPts val="1200"/>
              <a:buNone/>
              <a:defRPr sz="1200"/>
            </a:lvl6pPr>
            <a:lvl7pPr lvl="6" algn="r" rtl="0">
              <a:spcBef>
                <a:spcPts val="0"/>
              </a:spcBef>
              <a:spcAft>
                <a:spcPts val="0"/>
              </a:spcAft>
              <a:buSzPts val="1200"/>
              <a:buNone/>
              <a:defRPr sz="1200"/>
            </a:lvl7pPr>
            <a:lvl8pPr lvl="7" algn="r" rtl="0">
              <a:spcBef>
                <a:spcPts val="0"/>
              </a:spcBef>
              <a:spcAft>
                <a:spcPts val="0"/>
              </a:spcAft>
              <a:buSzPts val="1200"/>
              <a:buNone/>
              <a:defRPr sz="1200"/>
            </a:lvl8pPr>
            <a:lvl9pPr lvl="8" algn="r" rtl="0">
              <a:spcBef>
                <a:spcPts val="0"/>
              </a:spcBef>
              <a:spcAft>
                <a:spcPts val="0"/>
              </a:spcAft>
              <a:buSzPts val="1200"/>
              <a:buNone/>
              <a:defRPr sz="1200"/>
            </a:lvl9pPr>
          </a:lstStyle>
          <a:p>
            <a:endParaRPr/>
          </a:p>
        </p:txBody>
      </p:sp>
      <p:sp>
        <p:nvSpPr>
          <p:cNvPr id="58" name="Google Shape;58;p8"/>
          <p:cNvSpPr txBox="1">
            <a:spLocks noGrp="1"/>
          </p:cNvSpPr>
          <p:nvPr>
            <p:ph type="title" idx="5"/>
          </p:nvPr>
        </p:nvSpPr>
        <p:spPr>
          <a:xfrm>
            <a:off x="1398600" y="2848700"/>
            <a:ext cx="1515600" cy="319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900"/>
              <a:buNone/>
              <a:defRPr sz="900"/>
            </a:lvl1pPr>
            <a:lvl2pPr lvl="1" algn="ctr" rtl="0">
              <a:spcBef>
                <a:spcPts val="0"/>
              </a:spcBef>
              <a:spcAft>
                <a:spcPts val="0"/>
              </a:spcAft>
              <a:buSzPts val="1200"/>
              <a:buNone/>
              <a:defRPr sz="1200"/>
            </a:lvl2pPr>
            <a:lvl3pPr lvl="2" algn="ctr" rtl="0">
              <a:spcBef>
                <a:spcPts val="0"/>
              </a:spcBef>
              <a:spcAft>
                <a:spcPts val="0"/>
              </a:spcAft>
              <a:buSzPts val="1200"/>
              <a:buNone/>
              <a:defRPr sz="1200"/>
            </a:lvl3pPr>
            <a:lvl4pPr lvl="3" algn="ctr" rtl="0">
              <a:spcBef>
                <a:spcPts val="0"/>
              </a:spcBef>
              <a:spcAft>
                <a:spcPts val="0"/>
              </a:spcAft>
              <a:buSzPts val="1200"/>
              <a:buNone/>
              <a:defRPr sz="1200"/>
            </a:lvl4pPr>
            <a:lvl5pPr lvl="4" algn="ctr" rtl="0">
              <a:spcBef>
                <a:spcPts val="0"/>
              </a:spcBef>
              <a:spcAft>
                <a:spcPts val="0"/>
              </a:spcAft>
              <a:buSzPts val="1200"/>
              <a:buNone/>
              <a:defRPr sz="1200"/>
            </a:lvl5pPr>
            <a:lvl6pPr lvl="5" algn="ctr" rtl="0">
              <a:spcBef>
                <a:spcPts val="0"/>
              </a:spcBef>
              <a:spcAft>
                <a:spcPts val="0"/>
              </a:spcAft>
              <a:buSzPts val="1200"/>
              <a:buNone/>
              <a:defRPr sz="1200"/>
            </a:lvl6pPr>
            <a:lvl7pPr lvl="6" algn="ctr" rtl="0">
              <a:spcBef>
                <a:spcPts val="0"/>
              </a:spcBef>
              <a:spcAft>
                <a:spcPts val="0"/>
              </a:spcAft>
              <a:buSzPts val="1200"/>
              <a:buNone/>
              <a:defRPr sz="1200"/>
            </a:lvl7pPr>
            <a:lvl8pPr lvl="7" algn="ctr" rtl="0">
              <a:spcBef>
                <a:spcPts val="0"/>
              </a:spcBef>
              <a:spcAft>
                <a:spcPts val="0"/>
              </a:spcAft>
              <a:buSzPts val="1200"/>
              <a:buNone/>
              <a:defRPr sz="1200"/>
            </a:lvl8pPr>
            <a:lvl9pPr lvl="8" algn="ctr" rtl="0">
              <a:spcBef>
                <a:spcPts val="0"/>
              </a:spcBef>
              <a:spcAft>
                <a:spcPts val="0"/>
              </a:spcAft>
              <a:buSzPts val="1200"/>
              <a:buNone/>
              <a:defRPr sz="1200"/>
            </a:lvl9pPr>
          </a:lstStyle>
          <a:p>
            <a:endParaRPr/>
          </a:p>
        </p:txBody>
      </p:sp>
      <p:sp>
        <p:nvSpPr>
          <p:cNvPr id="59" name="Google Shape;59;p8"/>
          <p:cNvSpPr txBox="1">
            <a:spLocks noGrp="1"/>
          </p:cNvSpPr>
          <p:nvPr>
            <p:ph type="title" idx="6"/>
          </p:nvPr>
        </p:nvSpPr>
        <p:spPr>
          <a:xfrm>
            <a:off x="3192475" y="2848700"/>
            <a:ext cx="1515600" cy="319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900"/>
              <a:buNone/>
              <a:defRPr sz="900"/>
            </a:lvl1pPr>
            <a:lvl2pPr lvl="1" algn="ctr" rtl="0">
              <a:spcBef>
                <a:spcPts val="0"/>
              </a:spcBef>
              <a:spcAft>
                <a:spcPts val="0"/>
              </a:spcAft>
              <a:buSzPts val="1200"/>
              <a:buNone/>
              <a:defRPr sz="1200"/>
            </a:lvl2pPr>
            <a:lvl3pPr lvl="2" algn="ctr" rtl="0">
              <a:spcBef>
                <a:spcPts val="0"/>
              </a:spcBef>
              <a:spcAft>
                <a:spcPts val="0"/>
              </a:spcAft>
              <a:buSzPts val="1200"/>
              <a:buNone/>
              <a:defRPr sz="1200"/>
            </a:lvl3pPr>
            <a:lvl4pPr lvl="3" algn="ctr" rtl="0">
              <a:spcBef>
                <a:spcPts val="0"/>
              </a:spcBef>
              <a:spcAft>
                <a:spcPts val="0"/>
              </a:spcAft>
              <a:buSzPts val="1200"/>
              <a:buNone/>
              <a:defRPr sz="1200"/>
            </a:lvl4pPr>
            <a:lvl5pPr lvl="4" algn="ctr" rtl="0">
              <a:spcBef>
                <a:spcPts val="0"/>
              </a:spcBef>
              <a:spcAft>
                <a:spcPts val="0"/>
              </a:spcAft>
              <a:buSzPts val="1200"/>
              <a:buNone/>
              <a:defRPr sz="1200"/>
            </a:lvl5pPr>
            <a:lvl6pPr lvl="5" algn="ctr" rtl="0">
              <a:spcBef>
                <a:spcPts val="0"/>
              </a:spcBef>
              <a:spcAft>
                <a:spcPts val="0"/>
              </a:spcAft>
              <a:buSzPts val="1200"/>
              <a:buNone/>
              <a:defRPr sz="1200"/>
            </a:lvl6pPr>
            <a:lvl7pPr lvl="6" algn="ctr" rtl="0">
              <a:spcBef>
                <a:spcPts val="0"/>
              </a:spcBef>
              <a:spcAft>
                <a:spcPts val="0"/>
              </a:spcAft>
              <a:buSzPts val="1200"/>
              <a:buNone/>
              <a:defRPr sz="1200"/>
            </a:lvl7pPr>
            <a:lvl8pPr lvl="7" algn="ctr" rtl="0">
              <a:spcBef>
                <a:spcPts val="0"/>
              </a:spcBef>
              <a:spcAft>
                <a:spcPts val="0"/>
              </a:spcAft>
              <a:buSzPts val="1200"/>
              <a:buNone/>
              <a:defRPr sz="1200"/>
            </a:lvl8pPr>
            <a:lvl9pPr lvl="8" algn="ctr" rtl="0">
              <a:spcBef>
                <a:spcPts val="0"/>
              </a:spcBef>
              <a:spcAft>
                <a:spcPts val="0"/>
              </a:spcAft>
              <a:buSzPts val="1200"/>
              <a:buNone/>
              <a:defRPr sz="1200"/>
            </a:lvl9pPr>
          </a:lstStyle>
          <a:p>
            <a:endParaRPr/>
          </a:p>
        </p:txBody>
      </p:sp>
      <p:sp>
        <p:nvSpPr>
          <p:cNvPr id="60" name="Google Shape;60;p8"/>
          <p:cNvSpPr txBox="1">
            <a:spLocks noGrp="1"/>
          </p:cNvSpPr>
          <p:nvPr>
            <p:ph type="title" idx="7"/>
          </p:nvPr>
        </p:nvSpPr>
        <p:spPr>
          <a:xfrm>
            <a:off x="4986350" y="2848700"/>
            <a:ext cx="1515600" cy="319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900"/>
              <a:buNone/>
              <a:defRPr sz="900"/>
            </a:lvl1pPr>
            <a:lvl2pPr lvl="1" algn="ctr" rtl="0">
              <a:spcBef>
                <a:spcPts val="0"/>
              </a:spcBef>
              <a:spcAft>
                <a:spcPts val="0"/>
              </a:spcAft>
              <a:buSzPts val="1200"/>
              <a:buNone/>
              <a:defRPr sz="1200"/>
            </a:lvl2pPr>
            <a:lvl3pPr lvl="2" algn="ctr" rtl="0">
              <a:spcBef>
                <a:spcPts val="0"/>
              </a:spcBef>
              <a:spcAft>
                <a:spcPts val="0"/>
              </a:spcAft>
              <a:buSzPts val="1200"/>
              <a:buNone/>
              <a:defRPr sz="1200"/>
            </a:lvl3pPr>
            <a:lvl4pPr lvl="3" algn="ctr" rtl="0">
              <a:spcBef>
                <a:spcPts val="0"/>
              </a:spcBef>
              <a:spcAft>
                <a:spcPts val="0"/>
              </a:spcAft>
              <a:buSzPts val="1200"/>
              <a:buNone/>
              <a:defRPr sz="1200"/>
            </a:lvl4pPr>
            <a:lvl5pPr lvl="4" algn="ctr" rtl="0">
              <a:spcBef>
                <a:spcPts val="0"/>
              </a:spcBef>
              <a:spcAft>
                <a:spcPts val="0"/>
              </a:spcAft>
              <a:buSzPts val="1200"/>
              <a:buNone/>
              <a:defRPr sz="1200"/>
            </a:lvl5pPr>
            <a:lvl6pPr lvl="5" algn="ctr" rtl="0">
              <a:spcBef>
                <a:spcPts val="0"/>
              </a:spcBef>
              <a:spcAft>
                <a:spcPts val="0"/>
              </a:spcAft>
              <a:buSzPts val="1200"/>
              <a:buNone/>
              <a:defRPr sz="1200"/>
            </a:lvl6pPr>
            <a:lvl7pPr lvl="6" algn="ctr" rtl="0">
              <a:spcBef>
                <a:spcPts val="0"/>
              </a:spcBef>
              <a:spcAft>
                <a:spcPts val="0"/>
              </a:spcAft>
              <a:buSzPts val="1200"/>
              <a:buNone/>
              <a:defRPr sz="1200"/>
            </a:lvl7pPr>
            <a:lvl8pPr lvl="7" algn="ctr" rtl="0">
              <a:spcBef>
                <a:spcPts val="0"/>
              </a:spcBef>
              <a:spcAft>
                <a:spcPts val="0"/>
              </a:spcAft>
              <a:buSzPts val="1200"/>
              <a:buNone/>
              <a:defRPr sz="1200"/>
            </a:lvl8pPr>
            <a:lvl9pPr lvl="8" algn="ctr" rtl="0">
              <a:spcBef>
                <a:spcPts val="0"/>
              </a:spcBef>
              <a:spcAft>
                <a:spcPts val="0"/>
              </a:spcAft>
              <a:buSzPts val="1200"/>
              <a:buNone/>
              <a:defRPr sz="1200"/>
            </a:lvl9pPr>
          </a:lstStyle>
          <a:p>
            <a:endParaRPr/>
          </a:p>
        </p:txBody>
      </p:sp>
      <p:sp>
        <p:nvSpPr>
          <p:cNvPr id="61" name="Google Shape;61;p8"/>
          <p:cNvSpPr txBox="1">
            <a:spLocks noGrp="1"/>
          </p:cNvSpPr>
          <p:nvPr>
            <p:ph type="title" idx="8"/>
          </p:nvPr>
        </p:nvSpPr>
        <p:spPr>
          <a:xfrm>
            <a:off x="6780225" y="2848700"/>
            <a:ext cx="1515600" cy="319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900"/>
              <a:buNone/>
              <a:defRPr sz="900"/>
            </a:lvl1pPr>
            <a:lvl2pPr lvl="1" algn="ctr" rtl="0">
              <a:spcBef>
                <a:spcPts val="0"/>
              </a:spcBef>
              <a:spcAft>
                <a:spcPts val="0"/>
              </a:spcAft>
              <a:buSzPts val="1200"/>
              <a:buNone/>
              <a:defRPr sz="1200"/>
            </a:lvl2pPr>
            <a:lvl3pPr lvl="2" algn="ctr" rtl="0">
              <a:spcBef>
                <a:spcPts val="0"/>
              </a:spcBef>
              <a:spcAft>
                <a:spcPts val="0"/>
              </a:spcAft>
              <a:buSzPts val="1200"/>
              <a:buNone/>
              <a:defRPr sz="1200"/>
            </a:lvl3pPr>
            <a:lvl4pPr lvl="3" algn="ctr" rtl="0">
              <a:spcBef>
                <a:spcPts val="0"/>
              </a:spcBef>
              <a:spcAft>
                <a:spcPts val="0"/>
              </a:spcAft>
              <a:buSzPts val="1200"/>
              <a:buNone/>
              <a:defRPr sz="1200"/>
            </a:lvl4pPr>
            <a:lvl5pPr lvl="4" algn="ctr" rtl="0">
              <a:spcBef>
                <a:spcPts val="0"/>
              </a:spcBef>
              <a:spcAft>
                <a:spcPts val="0"/>
              </a:spcAft>
              <a:buSzPts val="1200"/>
              <a:buNone/>
              <a:defRPr sz="1200"/>
            </a:lvl5pPr>
            <a:lvl6pPr lvl="5" algn="ctr" rtl="0">
              <a:spcBef>
                <a:spcPts val="0"/>
              </a:spcBef>
              <a:spcAft>
                <a:spcPts val="0"/>
              </a:spcAft>
              <a:buSzPts val="1200"/>
              <a:buNone/>
              <a:defRPr sz="1200"/>
            </a:lvl6pPr>
            <a:lvl7pPr lvl="6" algn="ctr" rtl="0">
              <a:spcBef>
                <a:spcPts val="0"/>
              </a:spcBef>
              <a:spcAft>
                <a:spcPts val="0"/>
              </a:spcAft>
              <a:buSzPts val="1200"/>
              <a:buNone/>
              <a:defRPr sz="1200"/>
            </a:lvl7pPr>
            <a:lvl8pPr lvl="7" algn="ctr" rtl="0">
              <a:spcBef>
                <a:spcPts val="0"/>
              </a:spcBef>
              <a:spcAft>
                <a:spcPts val="0"/>
              </a:spcAft>
              <a:buSzPts val="1200"/>
              <a:buNone/>
              <a:defRPr sz="1200"/>
            </a:lvl8pPr>
            <a:lvl9pPr lvl="8" algn="ctr" rtl="0">
              <a:spcBef>
                <a:spcPts val="0"/>
              </a:spcBef>
              <a:spcAft>
                <a:spcPts val="0"/>
              </a:spcAft>
              <a:buSzPts val="1200"/>
              <a:buNone/>
              <a:defRPr sz="12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DESIGN">
  <p:cSld name="SECTION_HEADER_2_1_1_1_1">
    <p:spTree>
      <p:nvGrpSpPr>
        <p:cNvPr id="1" name="Shape 62"/>
        <p:cNvGrpSpPr/>
        <p:nvPr/>
      </p:nvGrpSpPr>
      <p:grpSpPr>
        <a:xfrm>
          <a:off x="0" y="0"/>
          <a:ext cx="0" cy="0"/>
          <a:chOff x="0" y="0"/>
          <a:chExt cx="0" cy="0"/>
        </a:xfrm>
      </p:grpSpPr>
      <p:sp>
        <p:nvSpPr>
          <p:cNvPr id="63" name="Google Shape;63;p9"/>
          <p:cNvSpPr/>
          <p:nvPr/>
        </p:nvSpPr>
        <p:spPr>
          <a:xfrm>
            <a:off x="333700" y="-47850"/>
            <a:ext cx="227400" cy="5239200"/>
          </a:xfrm>
          <a:prstGeom prst="rect">
            <a:avLst/>
          </a:prstGeom>
          <a:solidFill>
            <a:srgbClr val="CADC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9"/>
          <p:cNvSpPr txBox="1">
            <a:spLocks noGrp="1"/>
          </p:cNvSpPr>
          <p:nvPr>
            <p:ph type="title"/>
          </p:nvPr>
        </p:nvSpPr>
        <p:spPr>
          <a:xfrm rot="-5400000">
            <a:off x="-1703750" y="2544750"/>
            <a:ext cx="4302300" cy="206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900"/>
              <a:buNone/>
              <a:defRPr sz="900"/>
            </a:lvl1pPr>
            <a:lvl2pPr lvl="1" algn="r" rtl="0">
              <a:spcBef>
                <a:spcPts val="0"/>
              </a:spcBef>
              <a:spcAft>
                <a:spcPts val="0"/>
              </a:spcAft>
              <a:buSzPts val="1200"/>
              <a:buNone/>
              <a:defRPr sz="1200"/>
            </a:lvl2pPr>
            <a:lvl3pPr lvl="2" algn="r" rtl="0">
              <a:spcBef>
                <a:spcPts val="0"/>
              </a:spcBef>
              <a:spcAft>
                <a:spcPts val="0"/>
              </a:spcAft>
              <a:buSzPts val="1200"/>
              <a:buNone/>
              <a:defRPr sz="1200"/>
            </a:lvl3pPr>
            <a:lvl4pPr lvl="3" algn="r" rtl="0">
              <a:spcBef>
                <a:spcPts val="0"/>
              </a:spcBef>
              <a:spcAft>
                <a:spcPts val="0"/>
              </a:spcAft>
              <a:buSzPts val="1200"/>
              <a:buNone/>
              <a:defRPr sz="1200"/>
            </a:lvl4pPr>
            <a:lvl5pPr lvl="4" algn="r" rtl="0">
              <a:spcBef>
                <a:spcPts val="0"/>
              </a:spcBef>
              <a:spcAft>
                <a:spcPts val="0"/>
              </a:spcAft>
              <a:buSzPts val="1200"/>
              <a:buNone/>
              <a:defRPr sz="1200"/>
            </a:lvl5pPr>
            <a:lvl6pPr lvl="5" algn="r" rtl="0">
              <a:spcBef>
                <a:spcPts val="0"/>
              </a:spcBef>
              <a:spcAft>
                <a:spcPts val="0"/>
              </a:spcAft>
              <a:buSzPts val="1200"/>
              <a:buNone/>
              <a:defRPr sz="1200"/>
            </a:lvl6pPr>
            <a:lvl7pPr lvl="6" algn="r" rtl="0">
              <a:spcBef>
                <a:spcPts val="0"/>
              </a:spcBef>
              <a:spcAft>
                <a:spcPts val="0"/>
              </a:spcAft>
              <a:buSzPts val="1200"/>
              <a:buNone/>
              <a:defRPr sz="1200"/>
            </a:lvl7pPr>
            <a:lvl8pPr lvl="7" algn="r" rtl="0">
              <a:spcBef>
                <a:spcPts val="0"/>
              </a:spcBef>
              <a:spcAft>
                <a:spcPts val="0"/>
              </a:spcAft>
              <a:buSzPts val="1200"/>
              <a:buNone/>
              <a:defRPr sz="1200"/>
            </a:lvl8pPr>
            <a:lvl9pPr lvl="8" algn="r" rtl="0">
              <a:spcBef>
                <a:spcPts val="0"/>
              </a:spcBef>
              <a:spcAft>
                <a:spcPts val="0"/>
              </a:spcAft>
              <a:buSzPts val="1200"/>
              <a:buNone/>
              <a:defRPr sz="12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SECTION_HEADER_2_1_1_1_1_1">
    <p:spTree>
      <p:nvGrpSpPr>
        <p:cNvPr id="1" name="Shape 65"/>
        <p:cNvGrpSpPr/>
        <p:nvPr/>
      </p:nvGrpSpPr>
      <p:grpSpPr>
        <a:xfrm>
          <a:off x="0" y="0"/>
          <a:ext cx="0" cy="0"/>
          <a:chOff x="0" y="0"/>
          <a:chExt cx="0" cy="0"/>
        </a:xfrm>
      </p:grpSpPr>
      <p:sp>
        <p:nvSpPr>
          <p:cNvPr id="66" name="Google Shape;66;p10"/>
          <p:cNvSpPr/>
          <p:nvPr/>
        </p:nvSpPr>
        <p:spPr>
          <a:xfrm rot="5400000">
            <a:off x="2963350" y="-1038700"/>
            <a:ext cx="3200400" cy="7210200"/>
          </a:xfrm>
          <a:prstGeom prst="rect">
            <a:avLst/>
          </a:prstGeom>
          <a:solidFill>
            <a:srgbClr val="FD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0"/>
          <p:cNvSpPr txBox="1">
            <a:spLocks noGrp="1"/>
          </p:cNvSpPr>
          <p:nvPr>
            <p:ph type="title"/>
          </p:nvPr>
        </p:nvSpPr>
        <p:spPr>
          <a:xfrm>
            <a:off x="2420850" y="3024513"/>
            <a:ext cx="4302300" cy="206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000"/>
              <a:buFont typeface="Raleway"/>
              <a:buNone/>
              <a:defRPr sz="1000">
                <a:latin typeface="Raleway"/>
                <a:ea typeface="Raleway"/>
                <a:cs typeface="Raleway"/>
                <a:sym typeface="Raleway"/>
              </a:defRPr>
            </a:lvl1pPr>
            <a:lvl2pPr lvl="1" algn="r" rtl="0">
              <a:spcBef>
                <a:spcPts val="0"/>
              </a:spcBef>
              <a:spcAft>
                <a:spcPts val="0"/>
              </a:spcAft>
              <a:buSzPts val="1200"/>
              <a:buNone/>
              <a:defRPr sz="1200"/>
            </a:lvl2pPr>
            <a:lvl3pPr lvl="2" algn="r" rtl="0">
              <a:spcBef>
                <a:spcPts val="0"/>
              </a:spcBef>
              <a:spcAft>
                <a:spcPts val="0"/>
              </a:spcAft>
              <a:buSzPts val="1200"/>
              <a:buNone/>
              <a:defRPr sz="1200"/>
            </a:lvl3pPr>
            <a:lvl4pPr lvl="3" algn="r" rtl="0">
              <a:spcBef>
                <a:spcPts val="0"/>
              </a:spcBef>
              <a:spcAft>
                <a:spcPts val="0"/>
              </a:spcAft>
              <a:buSzPts val="1200"/>
              <a:buNone/>
              <a:defRPr sz="1200"/>
            </a:lvl4pPr>
            <a:lvl5pPr lvl="4" algn="r" rtl="0">
              <a:spcBef>
                <a:spcPts val="0"/>
              </a:spcBef>
              <a:spcAft>
                <a:spcPts val="0"/>
              </a:spcAft>
              <a:buSzPts val="1200"/>
              <a:buNone/>
              <a:defRPr sz="1200"/>
            </a:lvl5pPr>
            <a:lvl6pPr lvl="5" algn="r" rtl="0">
              <a:spcBef>
                <a:spcPts val="0"/>
              </a:spcBef>
              <a:spcAft>
                <a:spcPts val="0"/>
              </a:spcAft>
              <a:buSzPts val="1200"/>
              <a:buNone/>
              <a:defRPr sz="1200"/>
            </a:lvl6pPr>
            <a:lvl7pPr lvl="6" algn="r" rtl="0">
              <a:spcBef>
                <a:spcPts val="0"/>
              </a:spcBef>
              <a:spcAft>
                <a:spcPts val="0"/>
              </a:spcAft>
              <a:buSzPts val="1200"/>
              <a:buNone/>
              <a:defRPr sz="1200"/>
            </a:lvl7pPr>
            <a:lvl8pPr lvl="7" algn="r" rtl="0">
              <a:spcBef>
                <a:spcPts val="0"/>
              </a:spcBef>
              <a:spcAft>
                <a:spcPts val="0"/>
              </a:spcAft>
              <a:buSzPts val="1200"/>
              <a:buNone/>
              <a:defRPr sz="1200"/>
            </a:lvl8pPr>
            <a:lvl9pPr lvl="8" algn="r" rtl="0">
              <a:spcBef>
                <a:spcPts val="0"/>
              </a:spcBef>
              <a:spcAft>
                <a:spcPts val="0"/>
              </a:spcAft>
              <a:buSzPts val="1200"/>
              <a:buNone/>
              <a:defRPr sz="1200"/>
            </a:lvl9pPr>
          </a:lstStyle>
          <a:p>
            <a:endParaRPr/>
          </a:p>
        </p:txBody>
      </p:sp>
      <p:sp>
        <p:nvSpPr>
          <p:cNvPr id="68" name="Google Shape;68;p10"/>
          <p:cNvSpPr txBox="1">
            <a:spLocks noGrp="1"/>
          </p:cNvSpPr>
          <p:nvPr>
            <p:ph type="subTitle" idx="1"/>
          </p:nvPr>
        </p:nvSpPr>
        <p:spPr>
          <a:xfrm>
            <a:off x="2196000" y="1816163"/>
            <a:ext cx="4752000" cy="4698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a:solidFill>
                  <a:srgbClr val="CADCDC"/>
                </a:solidFill>
                <a:latin typeface="Raleway"/>
                <a:ea typeface="Raleway"/>
                <a:cs typeface="Raleway"/>
                <a:sym typeface="Raleway"/>
              </a:defRPr>
            </a:lvl1pPr>
            <a:lvl2pPr lvl="1" algn="ctr" rtl="0">
              <a:spcBef>
                <a:spcPts val="1600"/>
              </a:spcBef>
              <a:spcAft>
                <a:spcPts val="0"/>
              </a:spcAft>
              <a:buNone/>
              <a:defRPr sz="2400">
                <a:solidFill>
                  <a:srgbClr val="CADCDC"/>
                </a:solidFill>
                <a:latin typeface="Raleway"/>
                <a:ea typeface="Raleway"/>
                <a:cs typeface="Raleway"/>
                <a:sym typeface="Raleway"/>
              </a:defRPr>
            </a:lvl2pPr>
            <a:lvl3pPr lvl="2" algn="ctr" rtl="0">
              <a:spcBef>
                <a:spcPts val="1600"/>
              </a:spcBef>
              <a:spcAft>
                <a:spcPts val="0"/>
              </a:spcAft>
              <a:buNone/>
              <a:defRPr sz="2400">
                <a:solidFill>
                  <a:srgbClr val="CADCDC"/>
                </a:solidFill>
                <a:latin typeface="Raleway"/>
                <a:ea typeface="Raleway"/>
                <a:cs typeface="Raleway"/>
                <a:sym typeface="Raleway"/>
              </a:defRPr>
            </a:lvl3pPr>
            <a:lvl4pPr lvl="3" algn="ctr" rtl="0">
              <a:spcBef>
                <a:spcPts val="1600"/>
              </a:spcBef>
              <a:spcAft>
                <a:spcPts val="0"/>
              </a:spcAft>
              <a:buNone/>
              <a:defRPr sz="2400">
                <a:solidFill>
                  <a:srgbClr val="CADCDC"/>
                </a:solidFill>
                <a:latin typeface="Raleway"/>
                <a:ea typeface="Raleway"/>
                <a:cs typeface="Raleway"/>
                <a:sym typeface="Raleway"/>
              </a:defRPr>
            </a:lvl4pPr>
            <a:lvl5pPr lvl="4" algn="ctr" rtl="0">
              <a:spcBef>
                <a:spcPts val="1600"/>
              </a:spcBef>
              <a:spcAft>
                <a:spcPts val="0"/>
              </a:spcAft>
              <a:buNone/>
              <a:defRPr sz="2400">
                <a:solidFill>
                  <a:srgbClr val="CADCDC"/>
                </a:solidFill>
                <a:latin typeface="Raleway"/>
                <a:ea typeface="Raleway"/>
                <a:cs typeface="Raleway"/>
                <a:sym typeface="Raleway"/>
              </a:defRPr>
            </a:lvl5pPr>
            <a:lvl6pPr lvl="5" algn="ctr" rtl="0">
              <a:spcBef>
                <a:spcPts val="1600"/>
              </a:spcBef>
              <a:spcAft>
                <a:spcPts val="0"/>
              </a:spcAft>
              <a:buNone/>
              <a:defRPr sz="2400">
                <a:solidFill>
                  <a:srgbClr val="CADCDC"/>
                </a:solidFill>
                <a:latin typeface="Raleway"/>
                <a:ea typeface="Raleway"/>
                <a:cs typeface="Raleway"/>
                <a:sym typeface="Raleway"/>
              </a:defRPr>
            </a:lvl6pPr>
            <a:lvl7pPr lvl="6" algn="ctr" rtl="0">
              <a:spcBef>
                <a:spcPts val="1600"/>
              </a:spcBef>
              <a:spcAft>
                <a:spcPts val="0"/>
              </a:spcAft>
              <a:buNone/>
              <a:defRPr sz="2400">
                <a:solidFill>
                  <a:srgbClr val="CADCDC"/>
                </a:solidFill>
                <a:latin typeface="Raleway"/>
                <a:ea typeface="Raleway"/>
                <a:cs typeface="Raleway"/>
                <a:sym typeface="Raleway"/>
              </a:defRPr>
            </a:lvl7pPr>
            <a:lvl8pPr lvl="7" algn="ctr" rtl="0">
              <a:spcBef>
                <a:spcPts val="1600"/>
              </a:spcBef>
              <a:spcAft>
                <a:spcPts val="0"/>
              </a:spcAft>
              <a:buNone/>
              <a:defRPr sz="2400">
                <a:solidFill>
                  <a:srgbClr val="CADCDC"/>
                </a:solidFill>
                <a:latin typeface="Raleway"/>
                <a:ea typeface="Raleway"/>
                <a:cs typeface="Raleway"/>
                <a:sym typeface="Raleway"/>
              </a:defRPr>
            </a:lvl8pPr>
            <a:lvl9pPr lvl="8" algn="ctr" rtl="0">
              <a:spcBef>
                <a:spcPts val="1600"/>
              </a:spcBef>
              <a:spcAft>
                <a:spcPts val="1600"/>
              </a:spcAft>
              <a:buNone/>
              <a:defRPr sz="2400">
                <a:solidFill>
                  <a:srgbClr val="CADCDC"/>
                </a:solidFill>
                <a:latin typeface="Raleway"/>
                <a:ea typeface="Raleway"/>
                <a:cs typeface="Raleway"/>
                <a:sym typeface="Raleway"/>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 DESIGN 2">
  <p:cSld name="SECTION_HEADER_2_1_3">
    <p:spTree>
      <p:nvGrpSpPr>
        <p:cNvPr id="1" name="Shape 76"/>
        <p:cNvGrpSpPr/>
        <p:nvPr/>
      </p:nvGrpSpPr>
      <p:grpSpPr>
        <a:xfrm>
          <a:off x="0" y="0"/>
          <a:ext cx="0" cy="0"/>
          <a:chOff x="0" y="0"/>
          <a:chExt cx="0" cy="0"/>
        </a:xfrm>
      </p:grpSpPr>
      <p:sp>
        <p:nvSpPr>
          <p:cNvPr id="77" name="Google Shape;77;p12"/>
          <p:cNvSpPr/>
          <p:nvPr/>
        </p:nvSpPr>
        <p:spPr>
          <a:xfrm>
            <a:off x="333700" y="-47850"/>
            <a:ext cx="227400" cy="5239200"/>
          </a:xfrm>
          <a:prstGeom prst="rect">
            <a:avLst/>
          </a:prstGeom>
          <a:solidFill>
            <a:srgbClr val="CADC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2"/>
          <p:cNvSpPr txBox="1">
            <a:spLocks noGrp="1"/>
          </p:cNvSpPr>
          <p:nvPr>
            <p:ph type="title"/>
          </p:nvPr>
        </p:nvSpPr>
        <p:spPr>
          <a:xfrm rot="-5400000">
            <a:off x="-1703750" y="2552056"/>
            <a:ext cx="4302300" cy="206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900"/>
              <a:buNone/>
              <a:defRPr sz="900"/>
            </a:lvl1pPr>
            <a:lvl2pPr lvl="1" algn="r" rtl="0">
              <a:spcBef>
                <a:spcPts val="0"/>
              </a:spcBef>
              <a:spcAft>
                <a:spcPts val="0"/>
              </a:spcAft>
              <a:buSzPts val="1200"/>
              <a:buNone/>
              <a:defRPr sz="1200"/>
            </a:lvl2pPr>
            <a:lvl3pPr lvl="2" algn="r" rtl="0">
              <a:spcBef>
                <a:spcPts val="0"/>
              </a:spcBef>
              <a:spcAft>
                <a:spcPts val="0"/>
              </a:spcAft>
              <a:buSzPts val="1200"/>
              <a:buNone/>
              <a:defRPr sz="1200"/>
            </a:lvl3pPr>
            <a:lvl4pPr lvl="3" algn="r" rtl="0">
              <a:spcBef>
                <a:spcPts val="0"/>
              </a:spcBef>
              <a:spcAft>
                <a:spcPts val="0"/>
              </a:spcAft>
              <a:buSzPts val="1200"/>
              <a:buNone/>
              <a:defRPr sz="1200"/>
            </a:lvl4pPr>
            <a:lvl5pPr lvl="4" algn="r" rtl="0">
              <a:spcBef>
                <a:spcPts val="0"/>
              </a:spcBef>
              <a:spcAft>
                <a:spcPts val="0"/>
              </a:spcAft>
              <a:buSzPts val="1200"/>
              <a:buNone/>
              <a:defRPr sz="1200"/>
            </a:lvl5pPr>
            <a:lvl6pPr lvl="5" algn="r" rtl="0">
              <a:spcBef>
                <a:spcPts val="0"/>
              </a:spcBef>
              <a:spcAft>
                <a:spcPts val="0"/>
              </a:spcAft>
              <a:buSzPts val="1200"/>
              <a:buNone/>
              <a:defRPr sz="1200"/>
            </a:lvl6pPr>
            <a:lvl7pPr lvl="6" algn="r" rtl="0">
              <a:spcBef>
                <a:spcPts val="0"/>
              </a:spcBef>
              <a:spcAft>
                <a:spcPts val="0"/>
              </a:spcAft>
              <a:buSzPts val="1200"/>
              <a:buNone/>
              <a:defRPr sz="1200"/>
            </a:lvl7pPr>
            <a:lvl8pPr lvl="7" algn="r" rtl="0">
              <a:spcBef>
                <a:spcPts val="0"/>
              </a:spcBef>
              <a:spcAft>
                <a:spcPts val="0"/>
              </a:spcAft>
              <a:buSzPts val="1200"/>
              <a:buNone/>
              <a:defRPr sz="1200"/>
            </a:lvl8pPr>
            <a:lvl9pPr lvl="8" algn="r" rtl="0">
              <a:spcBef>
                <a:spcPts val="0"/>
              </a:spcBef>
              <a:spcAft>
                <a:spcPts val="0"/>
              </a:spcAft>
              <a:buSzPts val="1200"/>
              <a:buNone/>
              <a:defRPr sz="1200"/>
            </a:lvl9pPr>
          </a:lstStyle>
          <a:p>
            <a:endParaRPr/>
          </a:p>
        </p:txBody>
      </p:sp>
      <p:sp>
        <p:nvSpPr>
          <p:cNvPr id="79" name="Google Shape;79;p12"/>
          <p:cNvSpPr/>
          <p:nvPr/>
        </p:nvSpPr>
        <p:spPr>
          <a:xfrm>
            <a:off x="4752975" y="642900"/>
            <a:ext cx="5019600" cy="3857700"/>
          </a:xfrm>
          <a:prstGeom prst="rect">
            <a:avLst/>
          </a:prstGeom>
          <a:solidFill>
            <a:srgbClr val="CADC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 TWO LISTS">
  <p:cSld name="SECTION_HEADER_2_1_1_1_1_2">
    <p:spTree>
      <p:nvGrpSpPr>
        <p:cNvPr id="1" name="Shape 80"/>
        <p:cNvGrpSpPr/>
        <p:nvPr/>
      </p:nvGrpSpPr>
      <p:grpSpPr>
        <a:xfrm>
          <a:off x="0" y="0"/>
          <a:ext cx="0" cy="0"/>
          <a:chOff x="0" y="0"/>
          <a:chExt cx="0" cy="0"/>
        </a:xfrm>
      </p:grpSpPr>
      <p:sp>
        <p:nvSpPr>
          <p:cNvPr id="81" name="Google Shape;81;p13"/>
          <p:cNvSpPr/>
          <p:nvPr/>
        </p:nvSpPr>
        <p:spPr>
          <a:xfrm>
            <a:off x="333700" y="-47850"/>
            <a:ext cx="227400" cy="5239200"/>
          </a:xfrm>
          <a:prstGeom prst="rect">
            <a:avLst/>
          </a:prstGeom>
          <a:solidFill>
            <a:srgbClr val="CADC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3"/>
          <p:cNvSpPr txBox="1">
            <a:spLocks noGrp="1"/>
          </p:cNvSpPr>
          <p:nvPr>
            <p:ph type="title"/>
          </p:nvPr>
        </p:nvSpPr>
        <p:spPr>
          <a:xfrm rot="-5400000">
            <a:off x="-1703750" y="2544750"/>
            <a:ext cx="4302300" cy="206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900"/>
              <a:buNone/>
              <a:defRPr sz="900"/>
            </a:lvl1pPr>
            <a:lvl2pPr lvl="1" algn="r" rtl="0">
              <a:spcBef>
                <a:spcPts val="0"/>
              </a:spcBef>
              <a:spcAft>
                <a:spcPts val="0"/>
              </a:spcAft>
              <a:buSzPts val="1200"/>
              <a:buNone/>
              <a:defRPr sz="1200"/>
            </a:lvl2pPr>
            <a:lvl3pPr lvl="2" algn="r" rtl="0">
              <a:spcBef>
                <a:spcPts val="0"/>
              </a:spcBef>
              <a:spcAft>
                <a:spcPts val="0"/>
              </a:spcAft>
              <a:buSzPts val="1200"/>
              <a:buNone/>
              <a:defRPr sz="1200"/>
            </a:lvl3pPr>
            <a:lvl4pPr lvl="3" algn="r" rtl="0">
              <a:spcBef>
                <a:spcPts val="0"/>
              </a:spcBef>
              <a:spcAft>
                <a:spcPts val="0"/>
              </a:spcAft>
              <a:buSzPts val="1200"/>
              <a:buNone/>
              <a:defRPr sz="1200"/>
            </a:lvl4pPr>
            <a:lvl5pPr lvl="4" algn="r" rtl="0">
              <a:spcBef>
                <a:spcPts val="0"/>
              </a:spcBef>
              <a:spcAft>
                <a:spcPts val="0"/>
              </a:spcAft>
              <a:buSzPts val="1200"/>
              <a:buNone/>
              <a:defRPr sz="1200"/>
            </a:lvl5pPr>
            <a:lvl6pPr lvl="5" algn="r" rtl="0">
              <a:spcBef>
                <a:spcPts val="0"/>
              </a:spcBef>
              <a:spcAft>
                <a:spcPts val="0"/>
              </a:spcAft>
              <a:buSzPts val="1200"/>
              <a:buNone/>
              <a:defRPr sz="1200"/>
            </a:lvl6pPr>
            <a:lvl7pPr lvl="6" algn="r" rtl="0">
              <a:spcBef>
                <a:spcPts val="0"/>
              </a:spcBef>
              <a:spcAft>
                <a:spcPts val="0"/>
              </a:spcAft>
              <a:buSzPts val="1200"/>
              <a:buNone/>
              <a:defRPr sz="1200"/>
            </a:lvl7pPr>
            <a:lvl8pPr lvl="7" algn="r" rtl="0">
              <a:spcBef>
                <a:spcPts val="0"/>
              </a:spcBef>
              <a:spcAft>
                <a:spcPts val="0"/>
              </a:spcAft>
              <a:buSzPts val="1200"/>
              <a:buNone/>
              <a:defRPr sz="1200"/>
            </a:lvl8pPr>
            <a:lvl9pPr lvl="8" algn="r" rtl="0">
              <a:spcBef>
                <a:spcPts val="0"/>
              </a:spcBef>
              <a:spcAft>
                <a:spcPts val="0"/>
              </a:spcAft>
              <a:buSzPts val="1200"/>
              <a:buNone/>
              <a:defRPr sz="1200"/>
            </a:lvl9pPr>
          </a:lstStyle>
          <a:p>
            <a:endParaRPr/>
          </a:p>
        </p:txBody>
      </p:sp>
      <p:sp>
        <p:nvSpPr>
          <p:cNvPr id="83" name="Google Shape;83;p13"/>
          <p:cNvSpPr txBox="1">
            <a:spLocks noGrp="1"/>
          </p:cNvSpPr>
          <p:nvPr>
            <p:ph type="body" idx="1"/>
          </p:nvPr>
        </p:nvSpPr>
        <p:spPr>
          <a:xfrm>
            <a:off x="1903604" y="1707675"/>
            <a:ext cx="2477400" cy="2775900"/>
          </a:xfrm>
          <a:prstGeom prst="rect">
            <a:avLst/>
          </a:prstGeom>
        </p:spPr>
        <p:txBody>
          <a:bodyPr spcFirstLastPara="1" wrap="square" lIns="91425" tIns="91425" rIns="91425" bIns="91425" anchor="t" anchorCtr="0">
            <a:noAutofit/>
          </a:bodyPr>
          <a:lstStyle>
            <a:lvl1pPr marL="457200" lvl="0" indent="-285750" rtl="0">
              <a:lnSpc>
                <a:spcPct val="115000"/>
              </a:lnSpc>
              <a:spcBef>
                <a:spcPts val="0"/>
              </a:spcBef>
              <a:spcAft>
                <a:spcPts val="0"/>
              </a:spcAft>
              <a:buSzPts val="900"/>
              <a:buFont typeface="Raleway"/>
              <a:buChar char="●"/>
              <a:defRPr sz="900">
                <a:latin typeface="Raleway"/>
                <a:ea typeface="Raleway"/>
                <a:cs typeface="Raleway"/>
                <a:sym typeface="Raleway"/>
              </a:defRPr>
            </a:lvl1pPr>
            <a:lvl2pPr marL="914400" lvl="1" indent="-285750" rtl="0">
              <a:lnSpc>
                <a:spcPct val="115000"/>
              </a:lnSpc>
              <a:spcBef>
                <a:spcPts val="1600"/>
              </a:spcBef>
              <a:spcAft>
                <a:spcPts val="0"/>
              </a:spcAft>
              <a:buSzPts val="900"/>
              <a:buFont typeface="Raleway"/>
              <a:buChar char="○"/>
              <a:defRPr sz="900">
                <a:latin typeface="Raleway"/>
                <a:ea typeface="Raleway"/>
                <a:cs typeface="Raleway"/>
                <a:sym typeface="Raleway"/>
              </a:defRPr>
            </a:lvl2pPr>
            <a:lvl3pPr marL="1371600" lvl="2" indent="-285750" rtl="0">
              <a:lnSpc>
                <a:spcPct val="115000"/>
              </a:lnSpc>
              <a:spcBef>
                <a:spcPts val="1600"/>
              </a:spcBef>
              <a:spcAft>
                <a:spcPts val="0"/>
              </a:spcAft>
              <a:buSzPts val="900"/>
              <a:buFont typeface="Raleway"/>
              <a:buChar char="■"/>
              <a:defRPr sz="900">
                <a:latin typeface="Raleway"/>
                <a:ea typeface="Raleway"/>
                <a:cs typeface="Raleway"/>
                <a:sym typeface="Raleway"/>
              </a:defRPr>
            </a:lvl3pPr>
            <a:lvl4pPr marL="1828800" lvl="3" indent="-285750" rtl="0">
              <a:lnSpc>
                <a:spcPct val="115000"/>
              </a:lnSpc>
              <a:spcBef>
                <a:spcPts val="1600"/>
              </a:spcBef>
              <a:spcAft>
                <a:spcPts val="0"/>
              </a:spcAft>
              <a:buSzPts val="900"/>
              <a:buFont typeface="Raleway"/>
              <a:buChar char="●"/>
              <a:defRPr sz="900">
                <a:latin typeface="Raleway"/>
                <a:ea typeface="Raleway"/>
                <a:cs typeface="Raleway"/>
                <a:sym typeface="Raleway"/>
              </a:defRPr>
            </a:lvl4pPr>
            <a:lvl5pPr marL="2286000" lvl="4" indent="-285750" rtl="0">
              <a:lnSpc>
                <a:spcPct val="115000"/>
              </a:lnSpc>
              <a:spcBef>
                <a:spcPts val="1600"/>
              </a:spcBef>
              <a:spcAft>
                <a:spcPts val="0"/>
              </a:spcAft>
              <a:buSzPts val="900"/>
              <a:buFont typeface="Raleway"/>
              <a:buChar char="○"/>
              <a:defRPr sz="900">
                <a:latin typeface="Raleway"/>
                <a:ea typeface="Raleway"/>
                <a:cs typeface="Raleway"/>
                <a:sym typeface="Raleway"/>
              </a:defRPr>
            </a:lvl5pPr>
            <a:lvl6pPr marL="2743200" lvl="5" indent="-285750" rtl="0">
              <a:lnSpc>
                <a:spcPct val="115000"/>
              </a:lnSpc>
              <a:spcBef>
                <a:spcPts val="1600"/>
              </a:spcBef>
              <a:spcAft>
                <a:spcPts val="0"/>
              </a:spcAft>
              <a:buSzPts val="900"/>
              <a:buFont typeface="Raleway"/>
              <a:buChar char="■"/>
              <a:defRPr sz="900">
                <a:latin typeface="Raleway"/>
                <a:ea typeface="Raleway"/>
                <a:cs typeface="Raleway"/>
                <a:sym typeface="Raleway"/>
              </a:defRPr>
            </a:lvl6pPr>
            <a:lvl7pPr marL="3200400" lvl="6" indent="-285750" rtl="0">
              <a:lnSpc>
                <a:spcPct val="115000"/>
              </a:lnSpc>
              <a:spcBef>
                <a:spcPts val="1600"/>
              </a:spcBef>
              <a:spcAft>
                <a:spcPts val="0"/>
              </a:spcAft>
              <a:buSzPts val="900"/>
              <a:buFont typeface="Raleway"/>
              <a:buChar char="●"/>
              <a:defRPr sz="900">
                <a:latin typeface="Raleway"/>
                <a:ea typeface="Raleway"/>
                <a:cs typeface="Raleway"/>
                <a:sym typeface="Raleway"/>
              </a:defRPr>
            </a:lvl7pPr>
            <a:lvl8pPr marL="3657600" lvl="7" indent="-285750" rtl="0">
              <a:lnSpc>
                <a:spcPct val="115000"/>
              </a:lnSpc>
              <a:spcBef>
                <a:spcPts val="1600"/>
              </a:spcBef>
              <a:spcAft>
                <a:spcPts val="0"/>
              </a:spcAft>
              <a:buSzPts val="900"/>
              <a:buFont typeface="Raleway"/>
              <a:buChar char="○"/>
              <a:defRPr sz="900">
                <a:latin typeface="Raleway"/>
                <a:ea typeface="Raleway"/>
                <a:cs typeface="Raleway"/>
                <a:sym typeface="Raleway"/>
              </a:defRPr>
            </a:lvl8pPr>
            <a:lvl9pPr marL="4114800" lvl="8" indent="-285750" rtl="0">
              <a:lnSpc>
                <a:spcPct val="115000"/>
              </a:lnSpc>
              <a:spcBef>
                <a:spcPts val="1600"/>
              </a:spcBef>
              <a:spcAft>
                <a:spcPts val="1600"/>
              </a:spcAft>
              <a:buSzPts val="900"/>
              <a:buFont typeface="Raleway"/>
              <a:buChar char="■"/>
              <a:defRPr sz="900">
                <a:latin typeface="Raleway"/>
                <a:ea typeface="Raleway"/>
                <a:cs typeface="Raleway"/>
                <a:sym typeface="Raleway"/>
              </a:defRPr>
            </a:lvl9pPr>
          </a:lstStyle>
          <a:p>
            <a:endParaRPr/>
          </a:p>
        </p:txBody>
      </p:sp>
      <p:sp>
        <p:nvSpPr>
          <p:cNvPr id="84" name="Google Shape;84;p13"/>
          <p:cNvSpPr txBox="1">
            <a:spLocks noGrp="1"/>
          </p:cNvSpPr>
          <p:nvPr>
            <p:ph type="body" idx="2"/>
          </p:nvPr>
        </p:nvSpPr>
        <p:spPr>
          <a:xfrm>
            <a:off x="5280396" y="1707675"/>
            <a:ext cx="2477400" cy="2775900"/>
          </a:xfrm>
          <a:prstGeom prst="rect">
            <a:avLst/>
          </a:prstGeom>
        </p:spPr>
        <p:txBody>
          <a:bodyPr spcFirstLastPara="1" wrap="square" lIns="91425" tIns="91425" rIns="91425" bIns="91425" anchor="t" anchorCtr="0">
            <a:noAutofit/>
          </a:bodyPr>
          <a:lstStyle>
            <a:lvl1pPr marL="457200" lvl="0" indent="-285750" rtl="0">
              <a:lnSpc>
                <a:spcPct val="115000"/>
              </a:lnSpc>
              <a:spcBef>
                <a:spcPts val="0"/>
              </a:spcBef>
              <a:spcAft>
                <a:spcPts val="0"/>
              </a:spcAft>
              <a:buSzPts val="900"/>
              <a:buFont typeface="Raleway"/>
              <a:buChar char="●"/>
              <a:defRPr sz="900">
                <a:latin typeface="Raleway"/>
                <a:ea typeface="Raleway"/>
                <a:cs typeface="Raleway"/>
                <a:sym typeface="Raleway"/>
              </a:defRPr>
            </a:lvl1pPr>
            <a:lvl2pPr marL="914400" lvl="1" indent="-285750" rtl="0">
              <a:lnSpc>
                <a:spcPct val="115000"/>
              </a:lnSpc>
              <a:spcBef>
                <a:spcPts val="1600"/>
              </a:spcBef>
              <a:spcAft>
                <a:spcPts val="0"/>
              </a:spcAft>
              <a:buSzPts val="900"/>
              <a:buFont typeface="Raleway"/>
              <a:buChar char="○"/>
              <a:defRPr sz="900">
                <a:latin typeface="Raleway"/>
                <a:ea typeface="Raleway"/>
                <a:cs typeface="Raleway"/>
                <a:sym typeface="Raleway"/>
              </a:defRPr>
            </a:lvl2pPr>
            <a:lvl3pPr marL="1371600" lvl="2" indent="-285750" rtl="0">
              <a:lnSpc>
                <a:spcPct val="115000"/>
              </a:lnSpc>
              <a:spcBef>
                <a:spcPts val="1600"/>
              </a:spcBef>
              <a:spcAft>
                <a:spcPts val="0"/>
              </a:spcAft>
              <a:buSzPts val="900"/>
              <a:buFont typeface="Raleway"/>
              <a:buChar char="■"/>
              <a:defRPr sz="900">
                <a:latin typeface="Raleway"/>
                <a:ea typeface="Raleway"/>
                <a:cs typeface="Raleway"/>
                <a:sym typeface="Raleway"/>
              </a:defRPr>
            </a:lvl3pPr>
            <a:lvl4pPr marL="1828800" lvl="3" indent="-285750" rtl="0">
              <a:lnSpc>
                <a:spcPct val="115000"/>
              </a:lnSpc>
              <a:spcBef>
                <a:spcPts val="1600"/>
              </a:spcBef>
              <a:spcAft>
                <a:spcPts val="0"/>
              </a:spcAft>
              <a:buSzPts val="900"/>
              <a:buFont typeface="Raleway"/>
              <a:buChar char="●"/>
              <a:defRPr sz="900">
                <a:latin typeface="Raleway"/>
                <a:ea typeface="Raleway"/>
                <a:cs typeface="Raleway"/>
                <a:sym typeface="Raleway"/>
              </a:defRPr>
            </a:lvl4pPr>
            <a:lvl5pPr marL="2286000" lvl="4" indent="-285750" rtl="0">
              <a:lnSpc>
                <a:spcPct val="115000"/>
              </a:lnSpc>
              <a:spcBef>
                <a:spcPts val="1600"/>
              </a:spcBef>
              <a:spcAft>
                <a:spcPts val="0"/>
              </a:spcAft>
              <a:buSzPts val="900"/>
              <a:buFont typeface="Raleway"/>
              <a:buChar char="○"/>
              <a:defRPr sz="900">
                <a:latin typeface="Raleway"/>
                <a:ea typeface="Raleway"/>
                <a:cs typeface="Raleway"/>
                <a:sym typeface="Raleway"/>
              </a:defRPr>
            </a:lvl5pPr>
            <a:lvl6pPr marL="2743200" lvl="5" indent="-285750" rtl="0">
              <a:lnSpc>
                <a:spcPct val="115000"/>
              </a:lnSpc>
              <a:spcBef>
                <a:spcPts val="1600"/>
              </a:spcBef>
              <a:spcAft>
                <a:spcPts val="0"/>
              </a:spcAft>
              <a:buSzPts val="900"/>
              <a:buFont typeface="Raleway"/>
              <a:buChar char="■"/>
              <a:defRPr sz="900">
                <a:latin typeface="Raleway"/>
                <a:ea typeface="Raleway"/>
                <a:cs typeface="Raleway"/>
                <a:sym typeface="Raleway"/>
              </a:defRPr>
            </a:lvl6pPr>
            <a:lvl7pPr marL="3200400" lvl="6" indent="-285750" rtl="0">
              <a:lnSpc>
                <a:spcPct val="115000"/>
              </a:lnSpc>
              <a:spcBef>
                <a:spcPts val="1600"/>
              </a:spcBef>
              <a:spcAft>
                <a:spcPts val="0"/>
              </a:spcAft>
              <a:buSzPts val="900"/>
              <a:buFont typeface="Raleway"/>
              <a:buChar char="●"/>
              <a:defRPr sz="900">
                <a:latin typeface="Raleway"/>
                <a:ea typeface="Raleway"/>
                <a:cs typeface="Raleway"/>
                <a:sym typeface="Raleway"/>
              </a:defRPr>
            </a:lvl7pPr>
            <a:lvl8pPr marL="3657600" lvl="7" indent="-285750" rtl="0">
              <a:lnSpc>
                <a:spcPct val="115000"/>
              </a:lnSpc>
              <a:spcBef>
                <a:spcPts val="1600"/>
              </a:spcBef>
              <a:spcAft>
                <a:spcPts val="0"/>
              </a:spcAft>
              <a:buSzPts val="900"/>
              <a:buFont typeface="Raleway"/>
              <a:buChar char="○"/>
              <a:defRPr sz="900">
                <a:latin typeface="Raleway"/>
                <a:ea typeface="Raleway"/>
                <a:cs typeface="Raleway"/>
                <a:sym typeface="Raleway"/>
              </a:defRPr>
            </a:lvl8pPr>
            <a:lvl9pPr marL="4114800" lvl="8" indent="-285750" rtl="0">
              <a:lnSpc>
                <a:spcPct val="115000"/>
              </a:lnSpc>
              <a:spcBef>
                <a:spcPts val="1600"/>
              </a:spcBef>
              <a:spcAft>
                <a:spcPts val="1600"/>
              </a:spcAft>
              <a:buSzPts val="900"/>
              <a:buFont typeface="Raleway"/>
              <a:buChar char="■"/>
              <a:defRPr sz="900">
                <a:latin typeface="Raleway"/>
                <a:ea typeface="Raleway"/>
                <a:cs typeface="Raleway"/>
                <a:sym typeface="Raleway"/>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1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DFDFD"/>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SzPts val="2400"/>
              <a:buFont typeface="Raleway"/>
              <a:buNone/>
              <a:defRPr sz="2400">
                <a:latin typeface="Raleway"/>
                <a:ea typeface="Raleway"/>
                <a:cs typeface="Raleway"/>
                <a:sym typeface="Raleway"/>
              </a:defRPr>
            </a:lvl1pPr>
            <a:lvl2pPr lvl="1">
              <a:spcBef>
                <a:spcPts val="0"/>
              </a:spcBef>
              <a:spcAft>
                <a:spcPts val="0"/>
              </a:spcAft>
              <a:buSzPts val="2800"/>
              <a:buFont typeface="Raleway"/>
              <a:buNone/>
              <a:defRPr sz="2800">
                <a:latin typeface="Raleway"/>
                <a:ea typeface="Raleway"/>
                <a:cs typeface="Raleway"/>
                <a:sym typeface="Raleway"/>
              </a:defRPr>
            </a:lvl2pPr>
            <a:lvl3pPr lvl="2">
              <a:spcBef>
                <a:spcPts val="0"/>
              </a:spcBef>
              <a:spcAft>
                <a:spcPts val="0"/>
              </a:spcAft>
              <a:buSzPts val="2800"/>
              <a:buFont typeface="Raleway"/>
              <a:buNone/>
              <a:defRPr sz="2800">
                <a:latin typeface="Raleway"/>
                <a:ea typeface="Raleway"/>
                <a:cs typeface="Raleway"/>
                <a:sym typeface="Raleway"/>
              </a:defRPr>
            </a:lvl3pPr>
            <a:lvl4pPr lvl="3">
              <a:spcBef>
                <a:spcPts val="0"/>
              </a:spcBef>
              <a:spcAft>
                <a:spcPts val="0"/>
              </a:spcAft>
              <a:buSzPts val="2800"/>
              <a:buFont typeface="Raleway"/>
              <a:buNone/>
              <a:defRPr sz="2800">
                <a:latin typeface="Raleway"/>
                <a:ea typeface="Raleway"/>
                <a:cs typeface="Raleway"/>
                <a:sym typeface="Raleway"/>
              </a:defRPr>
            </a:lvl4pPr>
            <a:lvl5pPr lvl="4">
              <a:spcBef>
                <a:spcPts val="0"/>
              </a:spcBef>
              <a:spcAft>
                <a:spcPts val="0"/>
              </a:spcAft>
              <a:buSzPts val="2800"/>
              <a:buFont typeface="Raleway"/>
              <a:buNone/>
              <a:defRPr sz="2800">
                <a:latin typeface="Raleway"/>
                <a:ea typeface="Raleway"/>
                <a:cs typeface="Raleway"/>
                <a:sym typeface="Raleway"/>
              </a:defRPr>
            </a:lvl5pPr>
            <a:lvl6pPr lvl="5">
              <a:spcBef>
                <a:spcPts val="0"/>
              </a:spcBef>
              <a:spcAft>
                <a:spcPts val="0"/>
              </a:spcAft>
              <a:buSzPts val="2800"/>
              <a:buFont typeface="Raleway"/>
              <a:buNone/>
              <a:defRPr sz="2800">
                <a:latin typeface="Raleway"/>
                <a:ea typeface="Raleway"/>
                <a:cs typeface="Raleway"/>
                <a:sym typeface="Raleway"/>
              </a:defRPr>
            </a:lvl6pPr>
            <a:lvl7pPr lvl="6">
              <a:spcBef>
                <a:spcPts val="0"/>
              </a:spcBef>
              <a:spcAft>
                <a:spcPts val="0"/>
              </a:spcAft>
              <a:buSzPts val="2800"/>
              <a:buFont typeface="Raleway"/>
              <a:buNone/>
              <a:defRPr sz="2800">
                <a:latin typeface="Raleway"/>
                <a:ea typeface="Raleway"/>
                <a:cs typeface="Raleway"/>
                <a:sym typeface="Raleway"/>
              </a:defRPr>
            </a:lvl7pPr>
            <a:lvl8pPr lvl="7">
              <a:spcBef>
                <a:spcPts val="0"/>
              </a:spcBef>
              <a:spcAft>
                <a:spcPts val="0"/>
              </a:spcAft>
              <a:buSzPts val="2800"/>
              <a:buFont typeface="Raleway"/>
              <a:buNone/>
              <a:defRPr sz="2800">
                <a:latin typeface="Raleway"/>
                <a:ea typeface="Raleway"/>
                <a:cs typeface="Raleway"/>
                <a:sym typeface="Raleway"/>
              </a:defRPr>
            </a:lvl8pPr>
            <a:lvl9pPr lvl="8">
              <a:spcBef>
                <a:spcPts val="0"/>
              </a:spcBef>
              <a:spcAft>
                <a:spcPts val="0"/>
              </a:spcAft>
              <a:buSzPts val="2800"/>
              <a:buFont typeface="Raleway"/>
              <a:buNone/>
              <a:defRPr sz="2800">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SzPts val="1200"/>
              <a:buFont typeface="Raleway"/>
              <a:buChar char="●"/>
              <a:defRPr sz="1200">
                <a:latin typeface="Raleway"/>
                <a:ea typeface="Raleway"/>
                <a:cs typeface="Raleway"/>
                <a:sym typeface="Raleway"/>
              </a:defRPr>
            </a:lvl1pPr>
            <a:lvl2pPr marL="914400" lvl="1" indent="-304800">
              <a:lnSpc>
                <a:spcPct val="115000"/>
              </a:lnSpc>
              <a:spcBef>
                <a:spcPts val="1600"/>
              </a:spcBef>
              <a:spcAft>
                <a:spcPts val="0"/>
              </a:spcAft>
              <a:buSzPts val="1200"/>
              <a:buFont typeface="Raleway"/>
              <a:buChar char="○"/>
              <a:defRPr sz="1200">
                <a:latin typeface="Raleway"/>
                <a:ea typeface="Raleway"/>
                <a:cs typeface="Raleway"/>
                <a:sym typeface="Raleway"/>
              </a:defRPr>
            </a:lvl2pPr>
            <a:lvl3pPr marL="1371600" lvl="2" indent="-304800">
              <a:lnSpc>
                <a:spcPct val="115000"/>
              </a:lnSpc>
              <a:spcBef>
                <a:spcPts val="1600"/>
              </a:spcBef>
              <a:spcAft>
                <a:spcPts val="0"/>
              </a:spcAft>
              <a:buSzPts val="1200"/>
              <a:buFont typeface="Raleway"/>
              <a:buChar char="■"/>
              <a:defRPr sz="1200">
                <a:latin typeface="Raleway"/>
                <a:ea typeface="Raleway"/>
                <a:cs typeface="Raleway"/>
                <a:sym typeface="Raleway"/>
              </a:defRPr>
            </a:lvl3pPr>
            <a:lvl4pPr marL="1828800" lvl="3" indent="-304800">
              <a:lnSpc>
                <a:spcPct val="115000"/>
              </a:lnSpc>
              <a:spcBef>
                <a:spcPts val="1600"/>
              </a:spcBef>
              <a:spcAft>
                <a:spcPts val="0"/>
              </a:spcAft>
              <a:buSzPts val="1200"/>
              <a:buFont typeface="Raleway"/>
              <a:buChar char="●"/>
              <a:defRPr sz="1200">
                <a:latin typeface="Raleway"/>
                <a:ea typeface="Raleway"/>
                <a:cs typeface="Raleway"/>
                <a:sym typeface="Raleway"/>
              </a:defRPr>
            </a:lvl4pPr>
            <a:lvl5pPr marL="2286000" lvl="4" indent="-304800">
              <a:lnSpc>
                <a:spcPct val="115000"/>
              </a:lnSpc>
              <a:spcBef>
                <a:spcPts val="1600"/>
              </a:spcBef>
              <a:spcAft>
                <a:spcPts val="0"/>
              </a:spcAft>
              <a:buSzPts val="1200"/>
              <a:buFont typeface="Raleway"/>
              <a:buChar char="○"/>
              <a:defRPr sz="1200">
                <a:latin typeface="Raleway"/>
                <a:ea typeface="Raleway"/>
                <a:cs typeface="Raleway"/>
                <a:sym typeface="Raleway"/>
              </a:defRPr>
            </a:lvl5pPr>
            <a:lvl6pPr marL="2743200" lvl="5" indent="-304800">
              <a:lnSpc>
                <a:spcPct val="115000"/>
              </a:lnSpc>
              <a:spcBef>
                <a:spcPts val="1600"/>
              </a:spcBef>
              <a:spcAft>
                <a:spcPts val="0"/>
              </a:spcAft>
              <a:buSzPts val="1200"/>
              <a:buFont typeface="Raleway"/>
              <a:buChar char="■"/>
              <a:defRPr sz="1200">
                <a:latin typeface="Raleway"/>
                <a:ea typeface="Raleway"/>
                <a:cs typeface="Raleway"/>
                <a:sym typeface="Raleway"/>
              </a:defRPr>
            </a:lvl6pPr>
            <a:lvl7pPr marL="3200400" lvl="6" indent="-304800">
              <a:lnSpc>
                <a:spcPct val="115000"/>
              </a:lnSpc>
              <a:spcBef>
                <a:spcPts val="1600"/>
              </a:spcBef>
              <a:spcAft>
                <a:spcPts val="0"/>
              </a:spcAft>
              <a:buSzPts val="1200"/>
              <a:buFont typeface="Raleway"/>
              <a:buChar char="●"/>
              <a:defRPr sz="1200">
                <a:latin typeface="Raleway"/>
                <a:ea typeface="Raleway"/>
                <a:cs typeface="Raleway"/>
                <a:sym typeface="Raleway"/>
              </a:defRPr>
            </a:lvl7pPr>
            <a:lvl8pPr marL="3657600" lvl="7" indent="-304800">
              <a:lnSpc>
                <a:spcPct val="115000"/>
              </a:lnSpc>
              <a:spcBef>
                <a:spcPts val="1600"/>
              </a:spcBef>
              <a:spcAft>
                <a:spcPts val="0"/>
              </a:spcAft>
              <a:buSzPts val="1200"/>
              <a:buFont typeface="Raleway"/>
              <a:buChar char="○"/>
              <a:defRPr sz="1200">
                <a:latin typeface="Raleway"/>
                <a:ea typeface="Raleway"/>
                <a:cs typeface="Raleway"/>
                <a:sym typeface="Raleway"/>
              </a:defRPr>
            </a:lvl8pPr>
            <a:lvl9pPr marL="4114800" lvl="8" indent="-304800">
              <a:lnSpc>
                <a:spcPct val="115000"/>
              </a:lnSpc>
              <a:spcBef>
                <a:spcPts val="1600"/>
              </a:spcBef>
              <a:spcAft>
                <a:spcPts val="1600"/>
              </a:spcAft>
              <a:buSzPts val="1200"/>
              <a:buFont typeface="Raleway"/>
              <a:buChar char="■"/>
              <a:defRPr sz="1200">
                <a:latin typeface="Raleway"/>
                <a:ea typeface="Raleway"/>
                <a:cs typeface="Raleway"/>
                <a:sym typeface="Raleway"/>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4" r:id="rId5"/>
    <p:sldLayoutId id="2147483655" r:id="rId6"/>
    <p:sldLayoutId id="2147483656" r:id="rId7"/>
    <p:sldLayoutId id="2147483658" r:id="rId8"/>
    <p:sldLayoutId id="2147483659" r:id="rId9"/>
    <p:sldLayoutId id="2147483664"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7"/>
        <p:cNvGrpSpPr/>
        <p:nvPr/>
      </p:nvGrpSpPr>
      <p:grpSpPr>
        <a:xfrm>
          <a:off x="0" y="0"/>
          <a:ext cx="0" cy="0"/>
          <a:chOff x="0" y="0"/>
          <a:chExt cx="0" cy="0"/>
        </a:xfrm>
      </p:grpSpPr>
      <p:sp>
        <p:nvSpPr>
          <p:cNvPr id="128" name="Google Shape;128;p21"/>
          <p:cNvSpPr txBox="1">
            <a:spLocks noGrp="1"/>
          </p:cNvSpPr>
          <p:nvPr>
            <p:ph type="ctrTitle"/>
          </p:nvPr>
        </p:nvSpPr>
        <p:spPr>
          <a:xfrm>
            <a:off x="2883300" y="1973570"/>
            <a:ext cx="3377400" cy="64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2800" dirty="0">
                <a:solidFill>
                  <a:srgbClr val="FFFFFF"/>
                </a:solidFill>
              </a:rPr>
              <a:t>SKIN DISEASE CLASSIFICATION</a:t>
            </a:r>
            <a:endParaRPr sz="2800" dirty="0">
              <a:solidFill>
                <a:srgbClr val="FFFFFF"/>
              </a:solidFill>
            </a:endParaRPr>
          </a:p>
        </p:txBody>
      </p:sp>
      <p:sp>
        <p:nvSpPr>
          <p:cNvPr id="129" name="Google Shape;129;p21"/>
          <p:cNvSpPr txBox="1">
            <a:spLocks noGrp="1"/>
          </p:cNvSpPr>
          <p:nvPr>
            <p:ph type="subTitle" idx="1"/>
          </p:nvPr>
        </p:nvSpPr>
        <p:spPr>
          <a:xfrm>
            <a:off x="2938200" y="2634190"/>
            <a:ext cx="3322500" cy="375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sz="1400" dirty="0">
              <a:solidFill>
                <a:srgbClr val="FFFFFF"/>
              </a:solidFill>
            </a:endParaRPr>
          </a:p>
        </p:txBody>
      </p:sp>
      <p:cxnSp>
        <p:nvCxnSpPr>
          <p:cNvPr id="130" name="Google Shape;130;p21"/>
          <p:cNvCxnSpPr/>
          <p:nvPr/>
        </p:nvCxnSpPr>
        <p:spPr>
          <a:xfrm>
            <a:off x="3411150" y="1172268"/>
            <a:ext cx="2321700" cy="0"/>
          </a:xfrm>
          <a:prstGeom prst="straightConnector1">
            <a:avLst/>
          </a:prstGeom>
          <a:noFill/>
          <a:ln w="9525" cap="flat" cmpd="sng">
            <a:solidFill>
              <a:srgbClr val="FFFFFF"/>
            </a:solidFill>
            <a:prstDash val="dot"/>
            <a:round/>
            <a:headEnd type="none" w="med" len="med"/>
            <a:tailEnd type="none" w="med" len="med"/>
          </a:ln>
        </p:spPr>
      </p:cxnSp>
      <p:cxnSp>
        <p:nvCxnSpPr>
          <p:cNvPr id="131" name="Google Shape;131;p21"/>
          <p:cNvCxnSpPr/>
          <p:nvPr/>
        </p:nvCxnSpPr>
        <p:spPr>
          <a:xfrm>
            <a:off x="3411150" y="3131720"/>
            <a:ext cx="2321700" cy="0"/>
          </a:xfrm>
          <a:prstGeom prst="straightConnector1">
            <a:avLst/>
          </a:prstGeom>
          <a:noFill/>
          <a:ln w="9525" cap="flat" cmpd="sng">
            <a:solidFill>
              <a:srgbClr val="FFFFFF"/>
            </a:solidFill>
            <a:prstDash val="dot"/>
            <a:round/>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4" name="Google Shape;144;p23"/>
          <p:cNvSpPr txBox="1">
            <a:spLocks noGrp="1"/>
          </p:cNvSpPr>
          <p:nvPr>
            <p:ph type="title"/>
          </p:nvPr>
        </p:nvSpPr>
        <p:spPr>
          <a:xfrm>
            <a:off x="1483596" y="1039767"/>
            <a:ext cx="3214800" cy="31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INTRODUCTION</a:t>
            </a:r>
            <a:endParaRPr dirty="0"/>
          </a:p>
        </p:txBody>
      </p:sp>
      <p:sp>
        <p:nvSpPr>
          <p:cNvPr id="145" name="Google Shape;145;p23"/>
          <p:cNvSpPr txBox="1">
            <a:spLocks noGrp="1"/>
          </p:cNvSpPr>
          <p:nvPr>
            <p:ph type="title" idx="2"/>
          </p:nvPr>
        </p:nvSpPr>
        <p:spPr>
          <a:xfrm>
            <a:off x="2809296" y="780207"/>
            <a:ext cx="563400" cy="354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01</a:t>
            </a:r>
            <a:endParaRPr dirty="0"/>
          </a:p>
        </p:txBody>
      </p:sp>
      <p:sp>
        <p:nvSpPr>
          <p:cNvPr id="146" name="Google Shape;146;p23"/>
          <p:cNvSpPr txBox="1">
            <a:spLocks noGrp="1"/>
          </p:cNvSpPr>
          <p:nvPr>
            <p:ph type="title" idx="3"/>
          </p:nvPr>
        </p:nvSpPr>
        <p:spPr>
          <a:xfrm rot="-5400000">
            <a:off x="-1703750" y="2548403"/>
            <a:ext cx="4302300" cy="2064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sz="1600" dirty="0"/>
              <a:t>CONTENTS</a:t>
            </a:r>
            <a:endParaRPr sz="1600" dirty="0"/>
          </a:p>
        </p:txBody>
      </p:sp>
      <p:sp>
        <p:nvSpPr>
          <p:cNvPr id="148" name="Google Shape;148;p23"/>
          <p:cNvSpPr txBox="1">
            <a:spLocks noGrp="1"/>
          </p:cNvSpPr>
          <p:nvPr>
            <p:ph type="title" idx="5"/>
          </p:nvPr>
        </p:nvSpPr>
        <p:spPr>
          <a:xfrm>
            <a:off x="1548600" y="2034788"/>
            <a:ext cx="3214800" cy="31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PROBLEM DEFINITION</a:t>
            </a:r>
            <a:endParaRPr dirty="0"/>
          </a:p>
        </p:txBody>
      </p:sp>
      <p:sp>
        <p:nvSpPr>
          <p:cNvPr id="149" name="Google Shape;149;p23"/>
          <p:cNvSpPr txBox="1">
            <a:spLocks noGrp="1"/>
          </p:cNvSpPr>
          <p:nvPr>
            <p:ph type="title" idx="6"/>
          </p:nvPr>
        </p:nvSpPr>
        <p:spPr>
          <a:xfrm>
            <a:off x="2809296" y="1756537"/>
            <a:ext cx="563400" cy="354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02</a:t>
            </a:r>
            <a:endParaRPr dirty="0"/>
          </a:p>
        </p:txBody>
      </p:sp>
      <p:sp>
        <p:nvSpPr>
          <p:cNvPr id="151" name="Google Shape;151;p23"/>
          <p:cNvSpPr txBox="1">
            <a:spLocks noGrp="1"/>
          </p:cNvSpPr>
          <p:nvPr>
            <p:ph type="title" idx="8"/>
          </p:nvPr>
        </p:nvSpPr>
        <p:spPr>
          <a:xfrm>
            <a:off x="1599047" y="3045646"/>
            <a:ext cx="3214800" cy="31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SCOPE OF PROJECT</a:t>
            </a:r>
            <a:endParaRPr dirty="0"/>
          </a:p>
        </p:txBody>
      </p:sp>
      <p:sp>
        <p:nvSpPr>
          <p:cNvPr id="152" name="Google Shape;152;p23"/>
          <p:cNvSpPr txBox="1">
            <a:spLocks noGrp="1"/>
          </p:cNvSpPr>
          <p:nvPr>
            <p:ph type="title" idx="9"/>
          </p:nvPr>
        </p:nvSpPr>
        <p:spPr>
          <a:xfrm>
            <a:off x="2809296" y="2771169"/>
            <a:ext cx="563400" cy="354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03</a:t>
            </a:r>
            <a:endParaRPr dirty="0"/>
          </a:p>
        </p:txBody>
      </p:sp>
      <p:sp>
        <p:nvSpPr>
          <p:cNvPr id="155" name="Google Shape;155;p23"/>
          <p:cNvSpPr txBox="1">
            <a:spLocks noGrp="1"/>
          </p:cNvSpPr>
          <p:nvPr>
            <p:ph type="title" idx="15"/>
          </p:nvPr>
        </p:nvSpPr>
        <p:spPr>
          <a:xfrm>
            <a:off x="6259006" y="793354"/>
            <a:ext cx="563400" cy="354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05</a:t>
            </a:r>
            <a:endParaRPr dirty="0"/>
          </a:p>
        </p:txBody>
      </p:sp>
      <p:sp>
        <p:nvSpPr>
          <p:cNvPr id="157" name="Google Shape;157;p23"/>
          <p:cNvSpPr txBox="1">
            <a:spLocks noGrp="1"/>
          </p:cNvSpPr>
          <p:nvPr>
            <p:ph type="title" idx="17"/>
          </p:nvPr>
        </p:nvSpPr>
        <p:spPr>
          <a:xfrm>
            <a:off x="4929298" y="2032433"/>
            <a:ext cx="3214800" cy="31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PROPOSED SYSTEM</a:t>
            </a:r>
            <a:endParaRPr dirty="0"/>
          </a:p>
        </p:txBody>
      </p:sp>
      <p:sp>
        <p:nvSpPr>
          <p:cNvPr id="158" name="Google Shape;158;p23"/>
          <p:cNvSpPr txBox="1">
            <a:spLocks noGrp="1"/>
          </p:cNvSpPr>
          <p:nvPr>
            <p:ph type="title" idx="18"/>
          </p:nvPr>
        </p:nvSpPr>
        <p:spPr>
          <a:xfrm>
            <a:off x="6254998" y="1764442"/>
            <a:ext cx="563400" cy="354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06</a:t>
            </a:r>
            <a:endParaRPr dirty="0"/>
          </a:p>
        </p:txBody>
      </p:sp>
      <p:sp>
        <p:nvSpPr>
          <p:cNvPr id="160" name="Google Shape;160;p23"/>
          <p:cNvSpPr txBox="1">
            <a:spLocks noGrp="1"/>
          </p:cNvSpPr>
          <p:nvPr>
            <p:ph type="title" idx="20"/>
          </p:nvPr>
        </p:nvSpPr>
        <p:spPr>
          <a:xfrm>
            <a:off x="4929298" y="3041459"/>
            <a:ext cx="3214800" cy="31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SYSTEM DESIGN</a:t>
            </a:r>
            <a:endParaRPr dirty="0"/>
          </a:p>
        </p:txBody>
      </p:sp>
      <p:sp>
        <p:nvSpPr>
          <p:cNvPr id="161" name="Google Shape;161;p23"/>
          <p:cNvSpPr txBox="1">
            <a:spLocks noGrp="1"/>
          </p:cNvSpPr>
          <p:nvPr>
            <p:ph type="title" idx="21"/>
          </p:nvPr>
        </p:nvSpPr>
        <p:spPr>
          <a:xfrm>
            <a:off x="6254998" y="2792208"/>
            <a:ext cx="563400" cy="354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07</a:t>
            </a:r>
            <a:endParaRPr dirty="0"/>
          </a:p>
        </p:txBody>
      </p:sp>
      <p:cxnSp>
        <p:nvCxnSpPr>
          <p:cNvPr id="162" name="Google Shape;162;p23"/>
          <p:cNvCxnSpPr/>
          <p:nvPr/>
        </p:nvCxnSpPr>
        <p:spPr>
          <a:xfrm>
            <a:off x="1548600" y="500453"/>
            <a:ext cx="6046800" cy="0"/>
          </a:xfrm>
          <a:prstGeom prst="straightConnector1">
            <a:avLst/>
          </a:prstGeom>
          <a:noFill/>
          <a:ln w="9525" cap="flat" cmpd="sng">
            <a:solidFill>
              <a:srgbClr val="CADCDC"/>
            </a:solidFill>
            <a:prstDash val="dot"/>
            <a:round/>
            <a:headEnd type="none" w="med" len="med"/>
            <a:tailEnd type="none" w="med" len="med"/>
          </a:ln>
        </p:spPr>
      </p:cxnSp>
      <p:cxnSp>
        <p:nvCxnSpPr>
          <p:cNvPr id="163" name="Google Shape;163;p23"/>
          <p:cNvCxnSpPr/>
          <p:nvPr/>
        </p:nvCxnSpPr>
        <p:spPr>
          <a:xfrm>
            <a:off x="1496614" y="1544533"/>
            <a:ext cx="6046800" cy="0"/>
          </a:xfrm>
          <a:prstGeom prst="straightConnector1">
            <a:avLst/>
          </a:prstGeom>
          <a:noFill/>
          <a:ln w="9525" cap="flat" cmpd="sng">
            <a:solidFill>
              <a:srgbClr val="CADCDC"/>
            </a:solidFill>
            <a:prstDash val="dot"/>
            <a:round/>
            <a:headEnd type="none" w="med" len="med"/>
            <a:tailEnd type="none" w="med" len="med"/>
          </a:ln>
        </p:spPr>
      </p:cxnSp>
      <p:cxnSp>
        <p:nvCxnSpPr>
          <p:cNvPr id="164" name="Google Shape;164;p23"/>
          <p:cNvCxnSpPr/>
          <p:nvPr/>
        </p:nvCxnSpPr>
        <p:spPr>
          <a:xfrm>
            <a:off x="1523612" y="2651603"/>
            <a:ext cx="6046800" cy="0"/>
          </a:xfrm>
          <a:prstGeom prst="straightConnector1">
            <a:avLst/>
          </a:prstGeom>
          <a:noFill/>
          <a:ln w="9525" cap="flat" cmpd="sng">
            <a:solidFill>
              <a:srgbClr val="CADCDC"/>
            </a:solidFill>
            <a:prstDash val="dot"/>
            <a:round/>
            <a:headEnd type="none" w="med" len="med"/>
            <a:tailEnd type="none" w="med" len="med"/>
          </a:ln>
        </p:spPr>
      </p:cxnSp>
      <p:cxnSp>
        <p:nvCxnSpPr>
          <p:cNvPr id="165" name="Google Shape;165;p23"/>
          <p:cNvCxnSpPr/>
          <p:nvPr/>
        </p:nvCxnSpPr>
        <p:spPr>
          <a:xfrm>
            <a:off x="1548600" y="3594150"/>
            <a:ext cx="6046800" cy="0"/>
          </a:xfrm>
          <a:prstGeom prst="straightConnector1">
            <a:avLst/>
          </a:prstGeom>
          <a:noFill/>
          <a:ln w="9525" cap="flat" cmpd="sng">
            <a:solidFill>
              <a:srgbClr val="CADCDC"/>
            </a:solidFill>
            <a:prstDash val="dot"/>
            <a:round/>
            <a:headEnd type="none" w="med" len="med"/>
            <a:tailEnd type="none" w="med" len="med"/>
          </a:ln>
        </p:spPr>
      </p:cxnSp>
      <p:sp>
        <p:nvSpPr>
          <p:cNvPr id="3" name="Title 2">
            <a:extLst>
              <a:ext uri="{FF2B5EF4-FFF2-40B4-BE49-F238E27FC236}">
                <a16:creationId xmlns:a16="http://schemas.microsoft.com/office/drawing/2014/main" id="{9541E8FE-6BBB-4355-86CC-00FDC3A0649F}"/>
              </a:ext>
            </a:extLst>
          </p:cNvPr>
          <p:cNvSpPr>
            <a:spLocks noGrp="1"/>
          </p:cNvSpPr>
          <p:nvPr>
            <p:ph type="title" idx="14"/>
          </p:nvPr>
        </p:nvSpPr>
        <p:spPr>
          <a:xfrm>
            <a:off x="4933306" y="1039767"/>
            <a:ext cx="3214800" cy="319800"/>
          </a:xfrm>
        </p:spPr>
        <p:txBody>
          <a:bodyPr/>
          <a:lstStyle/>
          <a:p>
            <a:r>
              <a:rPr lang="en-US" dirty="0"/>
              <a:t>EXISTING SYSTEM</a:t>
            </a:r>
            <a:endParaRPr lang="en-IN" dirty="0"/>
          </a:p>
        </p:txBody>
      </p:sp>
      <p:sp>
        <p:nvSpPr>
          <p:cNvPr id="18" name="Google Shape;152;p23">
            <a:extLst>
              <a:ext uri="{FF2B5EF4-FFF2-40B4-BE49-F238E27FC236}">
                <a16:creationId xmlns:a16="http://schemas.microsoft.com/office/drawing/2014/main" id="{66BE8E3F-A668-43B4-2F0C-FD3B2923CDB9}"/>
              </a:ext>
            </a:extLst>
          </p:cNvPr>
          <p:cNvSpPr txBox="1">
            <a:spLocks/>
          </p:cNvSpPr>
          <p:nvPr/>
        </p:nvSpPr>
        <p:spPr>
          <a:xfrm>
            <a:off x="2809296" y="3713341"/>
            <a:ext cx="563400" cy="3549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CADCDC"/>
              </a:buClr>
              <a:buSzPts val="1400"/>
              <a:buFont typeface="Raleway"/>
              <a:buNone/>
              <a:defRPr sz="1400" b="0" i="0" u="none" strike="noStrike" cap="none">
                <a:solidFill>
                  <a:srgbClr val="CADCDC"/>
                </a:solidFill>
                <a:latin typeface="Raleway"/>
                <a:ea typeface="Raleway"/>
                <a:cs typeface="Raleway"/>
                <a:sym typeface="Raleway"/>
              </a:defRPr>
            </a:lvl1pPr>
            <a:lvl2pPr marR="0" lvl="1" algn="ctr" rtl="0">
              <a:lnSpc>
                <a:spcPct val="100000"/>
              </a:lnSpc>
              <a:spcBef>
                <a:spcPts val="0"/>
              </a:spcBef>
              <a:spcAft>
                <a:spcPts val="0"/>
              </a:spcAft>
              <a:buClr>
                <a:srgbClr val="CADCDC"/>
              </a:buClr>
              <a:buSzPts val="12000"/>
              <a:buFont typeface="Raleway"/>
              <a:buNone/>
              <a:defRPr sz="12000" b="0" i="0" u="none" strike="noStrike" cap="none">
                <a:solidFill>
                  <a:srgbClr val="CADCDC"/>
                </a:solidFill>
                <a:latin typeface="Raleway"/>
                <a:ea typeface="Raleway"/>
                <a:cs typeface="Raleway"/>
                <a:sym typeface="Raleway"/>
              </a:defRPr>
            </a:lvl2pPr>
            <a:lvl3pPr marR="0" lvl="2" algn="ctr" rtl="0">
              <a:lnSpc>
                <a:spcPct val="100000"/>
              </a:lnSpc>
              <a:spcBef>
                <a:spcPts val="0"/>
              </a:spcBef>
              <a:spcAft>
                <a:spcPts val="0"/>
              </a:spcAft>
              <a:buClr>
                <a:srgbClr val="CADCDC"/>
              </a:buClr>
              <a:buSzPts val="12000"/>
              <a:buFont typeface="Raleway"/>
              <a:buNone/>
              <a:defRPr sz="12000" b="0" i="0" u="none" strike="noStrike" cap="none">
                <a:solidFill>
                  <a:srgbClr val="CADCDC"/>
                </a:solidFill>
                <a:latin typeface="Raleway"/>
                <a:ea typeface="Raleway"/>
                <a:cs typeface="Raleway"/>
                <a:sym typeface="Raleway"/>
              </a:defRPr>
            </a:lvl3pPr>
            <a:lvl4pPr marR="0" lvl="3" algn="ctr" rtl="0">
              <a:lnSpc>
                <a:spcPct val="100000"/>
              </a:lnSpc>
              <a:spcBef>
                <a:spcPts val="0"/>
              </a:spcBef>
              <a:spcAft>
                <a:spcPts val="0"/>
              </a:spcAft>
              <a:buClr>
                <a:srgbClr val="CADCDC"/>
              </a:buClr>
              <a:buSzPts val="12000"/>
              <a:buFont typeface="Raleway"/>
              <a:buNone/>
              <a:defRPr sz="12000" b="0" i="0" u="none" strike="noStrike" cap="none">
                <a:solidFill>
                  <a:srgbClr val="CADCDC"/>
                </a:solidFill>
                <a:latin typeface="Raleway"/>
                <a:ea typeface="Raleway"/>
                <a:cs typeface="Raleway"/>
                <a:sym typeface="Raleway"/>
              </a:defRPr>
            </a:lvl4pPr>
            <a:lvl5pPr marR="0" lvl="4" algn="ctr" rtl="0">
              <a:lnSpc>
                <a:spcPct val="100000"/>
              </a:lnSpc>
              <a:spcBef>
                <a:spcPts val="0"/>
              </a:spcBef>
              <a:spcAft>
                <a:spcPts val="0"/>
              </a:spcAft>
              <a:buClr>
                <a:srgbClr val="CADCDC"/>
              </a:buClr>
              <a:buSzPts val="12000"/>
              <a:buFont typeface="Raleway"/>
              <a:buNone/>
              <a:defRPr sz="12000" b="0" i="0" u="none" strike="noStrike" cap="none">
                <a:solidFill>
                  <a:srgbClr val="CADCDC"/>
                </a:solidFill>
                <a:latin typeface="Raleway"/>
                <a:ea typeface="Raleway"/>
                <a:cs typeface="Raleway"/>
                <a:sym typeface="Raleway"/>
              </a:defRPr>
            </a:lvl5pPr>
            <a:lvl6pPr marR="0" lvl="5" algn="ctr" rtl="0">
              <a:lnSpc>
                <a:spcPct val="100000"/>
              </a:lnSpc>
              <a:spcBef>
                <a:spcPts val="0"/>
              </a:spcBef>
              <a:spcAft>
                <a:spcPts val="0"/>
              </a:spcAft>
              <a:buClr>
                <a:srgbClr val="CADCDC"/>
              </a:buClr>
              <a:buSzPts val="12000"/>
              <a:buFont typeface="Raleway"/>
              <a:buNone/>
              <a:defRPr sz="12000" b="0" i="0" u="none" strike="noStrike" cap="none">
                <a:solidFill>
                  <a:srgbClr val="CADCDC"/>
                </a:solidFill>
                <a:latin typeface="Raleway"/>
                <a:ea typeface="Raleway"/>
                <a:cs typeface="Raleway"/>
                <a:sym typeface="Raleway"/>
              </a:defRPr>
            </a:lvl6pPr>
            <a:lvl7pPr marR="0" lvl="6" algn="ctr" rtl="0">
              <a:lnSpc>
                <a:spcPct val="100000"/>
              </a:lnSpc>
              <a:spcBef>
                <a:spcPts val="0"/>
              </a:spcBef>
              <a:spcAft>
                <a:spcPts val="0"/>
              </a:spcAft>
              <a:buClr>
                <a:srgbClr val="CADCDC"/>
              </a:buClr>
              <a:buSzPts val="12000"/>
              <a:buFont typeface="Raleway"/>
              <a:buNone/>
              <a:defRPr sz="12000" b="0" i="0" u="none" strike="noStrike" cap="none">
                <a:solidFill>
                  <a:srgbClr val="CADCDC"/>
                </a:solidFill>
                <a:latin typeface="Raleway"/>
                <a:ea typeface="Raleway"/>
                <a:cs typeface="Raleway"/>
                <a:sym typeface="Raleway"/>
              </a:defRPr>
            </a:lvl7pPr>
            <a:lvl8pPr marR="0" lvl="7" algn="ctr" rtl="0">
              <a:lnSpc>
                <a:spcPct val="100000"/>
              </a:lnSpc>
              <a:spcBef>
                <a:spcPts val="0"/>
              </a:spcBef>
              <a:spcAft>
                <a:spcPts val="0"/>
              </a:spcAft>
              <a:buClr>
                <a:srgbClr val="CADCDC"/>
              </a:buClr>
              <a:buSzPts val="12000"/>
              <a:buFont typeface="Raleway"/>
              <a:buNone/>
              <a:defRPr sz="12000" b="0" i="0" u="none" strike="noStrike" cap="none">
                <a:solidFill>
                  <a:srgbClr val="CADCDC"/>
                </a:solidFill>
                <a:latin typeface="Raleway"/>
                <a:ea typeface="Raleway"/>
                <a:cs typeface="Raleway"/>
                <a:sym typeface="Raleway"/>
              </a:defRPr>
            </a:lvl8pPr>
            <a:lvl9pPr marR="0" lvl="8" algn="ctr" rtl="0">
              <a:lnSpc>
                <a:spcPct val="100000"/>
              </a:lnSpc>
              <a:spcBef>
                <a:spcPts val="0"/>
              </a:spcBef>
              <a:spcAft>
                <a:spcPts val="0"/>
              </a:spcAft>
              <a:buClr>
                <a:srgbClr val="CADCDC"/>
              </a:buClr>
              <a:buSzPts val="12000"/>
              <a:buFont typeface="Raleway"/>
              <a:buNone/>
              <a:defRPr sz="12000" b="0" i="0" u="none" strike="noStrike" cap="none">
                <a:solidFill>
                  <a:srgbClr val="CADCDC"/>
                </a:solidFill>
                <a:latin typeface="Raleway"/>
                <a:ea typeface="Raleway"/>
                <a:cs typeface="Raleway"/>
                <a:sym typeface="Raleway"/>
              </a:defRPr>
            </a:lvl9pPr>
          </a:lstStyle>
          <a:p>
            <a:r>
              <a:rPr lang="en" dirty="0"/>
              <a:t>04</a:t>
            </a:r>
          </a:p>
        </p:txBody>
      </p:sp>
      <p:sp>
        <p:nvSpPr>
          <p:cNvPr id="19" name="Google Shape;151;p23">
            <a:extLst>
              <a:ext uri="{FF2B5EF4-FFF2-40B4-BE49-F238E27FC236}">
                <a16:creationId xmlns:a16="http://schemas.microsoft.com/office/drawing/2014/main" id="{263FB076-B433-9795-0237-B56240AEB8AF}"/>
              </a:ext>
            </a:extLst>
          </p:cNvPr>
          <p:cNvSpPr txBox="1">
            <a:spLocks/>
          </p:cNvSpPr>
          <p:nvPr/>
        </p:nvSpPr>
        <p:spPr>
          <a:xfrm>
            <a:off x="1599047" y="3988192"/>
            <a:ext cx="3214800" cy="319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900"/>
              <a:buFont typeface="Raleway"/>
              <a:buNone/>
              <a:defRPr sz="900" b="0" i="0" u="none" strike="noStrike" cap="none">
                <a:solidFill>
                  <a:srgbClr val="000000"/>
                </a:solidFill>
                <a:latin typeface="Raleway"/>
                <a:ea typeface="Raleway"/>
                <a:cs typeface="Raleway"/>
                <a:sym typeface="Raleway"/>
              </a:defRPr>
            </a:lvl1pPr>
            <a:lvl2pPr marR="0" lvl="1" algn="ctr" rtl="0">
              <a:lnSpc>
                <a:spcPct val="100000"/>
              </a:lnSpc>
              <a:spcBef>
                <a:spcPts val="0"/>
              </a:spcBef>
              <a:spcAft>
                <a:spcPts val="0"/>
              </a:spcAft>
              <a:buClr>
                <a:srgbClr val="000000"/>
              </a:buClr>
              <a:buSzPts val="1200"/>
              <a:buFont typeface="Raleway"/>
              <a:buNone/>
              <a:defRPr sz="1200" b="0" i="0" u="none" strike="noStrike" cap="none">
                <a:solidFill>
                  <a:srgbClr val="000000"/>
                </a:solidFill>
                <a:latin typeface="Raleway"/>
                <a:ea typeface="Raleway"/>
                <a:cs typeface="Raleway"/>
                <a:sym typeface="Raleway"/>
              </a:defRPr>
            </a:lvl2pPr>
            <a:lvl3pPr marR="0" lvl="2" algn="ctr" rtl="0">
              <a:lnSpc>
                <a:spcPct val="100000"/>
              </a:lnSpc>
              <a:spcBef>
                <a:spcPts val="0"/>
              </a:spcBef>
              <a:spcAft>
                <a:spcPts val="0"/>
              </a:spcAft>
              <a:buClr>
                <a:srgbClr val="000000"/>
              </a:buClr>
              <a:buSzPts val="1200"/>
              <a:buFont typeface="Raleway"/>
              <a:buNone/>
              <a:defRPr sz="1200" b="0" i="0" u="none" strike="noStrike" cap="none">
                <a:solidFill>
                  <a:srgbClr val="000000"/>
                </a:solidFill>
                <a:latin typeface="Raleway"/>
                <a:ea typeface="Raleway"/>
                <a:cs typeface="Raleway"/>
                <a:sym typeface="Raleway"/>
              </a:defRPr>
            </a:lvl3pPr>
            <a:lvl4pPr marR="0" lvl="3" algn="ctr" rtl="0">
              <a:lnSpc>
                <a:spcPct val="100000"/>
              </a:lnSpc>
              <a:spcBef>
                <a:spcPts val="0"/>
              </a:spcBef>
              <a:spcAft>
                <a:spcPts val="0"/>
              </a:spcAft>
              <a:buClr>
                <a:srgbClr val="000000"/>
              </a:buClr>
              <a:buSzPts val="1200"/>
              <a:buFont typeface="Raleway"/>
              <a:buNone/>
              <a:defRPr sz="1200" b="0" i="0" u="none" strike="noStrike" cap="none">
                <a:solidFill>
                  <a:srgbClr val="000000"/>
                </a:solidFill>
                <a:latin typeface="Raleway"/>
                <a:ea typeface="Raleway"/>
                <a:cs typeface="Raleway"/>
                <a:sym typeface="Raleway"/>
              </a:defRPr>
            </a:lvl4pPr>
            <a:lvl5pPr marR="0" lvl="4" algn="ctr" rtl="0">
              <a:lnSpc>
                <a:spcPct val="100000"/>
              </a:lnSpc>
              <a:spcBef>
                <a:spcPts val="0"/>
              </a:spcBef>
              <a:spcAft>
                <a:spcPts val="0"/>
              </a:spcAft>
              <a:buClr>
                <a:srgbClr val="000000"/>
              </a:buClr>
              <a:buSzPts val="1200"/>
              <a:buFont typeface="Raleway"/>
              <a:buNone/>
              <a:defRPr sz="1200" b="0" i="0" u="none" strike="noStrike" cap="none">
                <a:solidFill>
                  <a:srgbClr val="000000"/>
                </a:solidFill>
                <a:latin typeface="Raleway"/>
                <a:ea typeface="Raleway"/>
                <a:cs typeface="Raleway"/>
                <a:sym typeface="Raleway"/>
              </a:defRPr>
            </a:lvl5pPr>
            <a:lvl6pPr marR="0" lvl="5" algn="ctr" rtl="0">
              <a:lnSpc>
                <a:spcPct val="100000"/>
              </a:lnSpc>
              <a:spcBef>
                <a:spcPts val="0"/>
              </a:spcBef>
              <a:spcAft>
                <a:spcPts val="0"/>
              </a:spcAft>
              <a:buClr>
                <a:srgbClr val="000000"/>
              </a:buClr>
              <a:buSzPts val="1200"/>
              <a:buFont typeface="Raleway"/>
              <a:buNone/>
              <a:defRPr sz="1200" b="0" i="0" u="none" strike="noStrike" cap="none">
                <a:solidFill>
                  <a:srgbClr val="000000"/>
                </a:solidFill>
                <a:latin typeface="Raleway"/>
                <a:ea typeface="Raleway"/>
                <a:cs typeface="Raleway"/>
                <a:sym typeface="Raleway"/>
              </a:defRPr>
            </a:lvl6pPr>
            <a:lvl7pPr marR="0" lvl="6" algn="ctr" rtl="0">
              <a:lnSpc>
                <a:spcPct val="100000"/>
              </a:lnSpc>
              <a:spcBef>
                <a:spcPts val="0"/>
              </a:spcBef>
              <a:spcAft>
                <a:spcPts val="0"/>
              </a:spcAft>
              <a:buClr>
                <a:srgbClr val="000000"/>
              </a:buClr>
              <a:buSzPts val="1200"/>
              <a:buFont typeface="Raleway"/>
              <a:buNone/>
              <a:defRPr sz="1200" b="0" i="0" u="none" strike="noStrike" cap="none">
                <a:solidFill>
                  <a:srgbClr val="000000"/>
                </a:solidFill>
                <a:latin typeface="Raleway"/>
                <a:ea typeface="Raleway"/>
                <a:cs typeface="Raleway"/>
                <a:sym typeface="Raleway"/>
              </a:defRPr>
            </a:lvl7pPr>
            <a:lvl8pPr marR="0" lvl="7" algn="ctr" rtl="0">
              <a:lnSpc>
                <a:spcPct val="100000"/>
              </a:lnSpc>
              <a:spcBef>
                <a:spcPts val="0"/>
              </a:spcBef>
              <a:spcAft>
                <a:spcPts val="0"/>
              </a:spcAft>
              <a:buClr>
                <a:srgbClr val="000000"/>
              </a:buClr>
              <a:buSzPts val="1200"/>
              <a:buFont typeface="Raleway"/>
              <a:buNone/>
              <a:defRPr sz="1200" b="0" i="0" u="none" strike="noStrike" cap="none">
                <a:solidFill>
                  <a:srgbClr val="000000"/>
                </a:solidFill>
                <a:latin typeface="Raleway"/>
                <a:ea typeface="Raleway"/>
                <a:cs typeface="Raleway"/>
                <a:sym typeface="Raleway"/>
              </a:defRPr>
            </a:lvl8pPr>
            <a:lvl9pPr marR="0" lvl="8" algn="ctr" rtl="0">
              <a:lnSpc>
                <a:spcPct val="100000"/>
              </a:lnSpc>
              <a:spcBef>
                <a:spcPts val="0"/>
              </a:spcBef>
              <a:spcAft>
                <a:spcPts val="0"/>
              </a:spcAft>
              <a:buClr>
                <a:srgbClr val="000000"/>
              </a:buClr>
              <a:buSzPts val="1200"/>
              <a:buFont typeface="Raleway"/>
              <a:buNone/>
              <a:defRPr sz="1200" b="0" i="0" u="none" strike="noStrike" cap="none">
                <a:solidFill>
                  <a:srgbClr val="000000"/>
                </a:solidFill>
                <a:latin typeface="Raleway"/>
                <a:ea typeface="Raleway"/>
                <a:cs typeface="Raleway"/>
                <a:sym typeface="Raleway"/>
              </a:defRPr>
            </a:lvl9pPr>
          </a:lstStyle>
          <a:p>
            <a:r>
              <a:rPr lang="en-US" dirty="0"/>
              <a:t>TOOLS AND TECHNOLOGY</a:t>
            </a:r>
          </a:p>
        </p:txBody>
      </p:sp>
      <p:sp>
        <p:nvSpPr>
          <p:cNvPr id="22" name="Google Shape;151;p23">
            <a:extLst>
              <a:ext uri="{FF2B5EF4-FFF2-40B4-BE49-F238E27FC236}">
                <a16:creationId xmlns:a16="http://schemas.microsoft.com/office/drawing/2014/main" id="{A6387969-FB1D-38D8-DBEC-13D1E89CAADF}"/>
              </a:ext>
            </a:extLst>
          </p:cNvPr>
          <p:cNvSpPr txBox="1">
            <a:spLocks/>
          </p:cNvSpPr>
          <p:nvPr/>
        </p:nvSpPr>
        <p:spPr>
          <a:xfrm>
            <a:off x="4929298" y="3989832"/>
            <a:ext cx="3214800" cy="319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900"/>
              <a:buFont typeface="Raleway"/>
              <a:buNone/>
              <a:defRPr sz="900" b="0" i="0" u="none" strike="noStrike" cap="none">
                <a:solidFill>
                  <a:srgbClr val="000000"/>
                </a:solidFill>
                <a:latin typeface="Raleway"/>
                <a:ea typeface="Raleway"/>
                <a:cs typeface="Raleway"/>
                <a:sym typeface="Raleway"/>
              </a:defRPr>
            </a:lvl1pPr>
            <a:lvl2pPr marR="0" lvl="1" algn="ctr" rtl="0">
              <a:lnSpc>
                <a:spcPct val="100000"/>
              </a:lnSpc>
              <a:spcBef>
                <a:spcPts val="0"/>
              </a:spcBef>
              <a:spcAft>
                <a:spcPts val="0"/>
              </a:spcAft>
              <a:buClr>
                <a:srgbClr val="000000"/>
              </a:buClr>
              <a:buSzPts val="1200"/>
              <a:buFont typeface="Raleway"/>
              <a:buNone/>
              <a:defRPr sz="1200" b="0" i="0" u="none" strike="noStrike" cap="none">
                <a:solidFill>
                  <a:srgbClr val="000000"/>
                </a:solidFill>
                <a:latin typeface="Raleway"/>
                <a:ea typeface="Raleway"/>
                <a:cs typeface="Raleway"/>
                <a:sym typeface="Raleway"/>
              </a:defRPr>
            </a:lvl2pPr>
            <a:lvl3pPr marR="0" lvl="2" algn="ctr" rtl="0">
              <a:lnSpc>
                <a:spcPct val="100000"/>
              </a:lnSpc>
              <a:spcBef>
                <a:spcPts val="0"/>
              </a:spcBef>
              <a:spcAft>
                <a:spcPts val="0"/>
              </a:spcAft>
              <a:buClr>
                <a:srgbClr val="000000"/>
              </a:buClr>
              <a:buSzPts val="1200"/>
              <a:buFont typeface="Raleway"/>
              <a:buNone/>
              <a:defRPr sz="1200" b="0" i="0" u="none" strike="noStrike" cap="none">
                <a:solidFill>
                  <a:srgbClr val="000000"/>
                </a:solidFill>
                <a:latin typeface="Raleway"/>
                <a:ea typeface="Raleway"/>
                <a:cs typeface="Raleway"/>
                <a:sym typeface="Raleway"/>
              </a:defRPr>
            </a:lvl3pPr>
            <a:lvl4pPr marR="0" lvl="3" algn="ctr" rtl="0">
              <a:lnSpc>
                <a:spcPct val="100000"/>
              </a:lnSpc>
              <a:spcBef>
                <a:spcPts val="0"/>
              </a:spcBef>
              <a:spcAft>
                <a:spcPts val="0"/>
              </a:spcAft>
              <a:buClr>
                <a:srgbClr val="000000"/>
              </a:buClr>
              <a:buSzPts val="1200"/>
              <a:buFont typeface="Raleway"/>
              <a:buNone/>
              <a:defRPr sz="1200" b="0" i="0" u="none" strike="noStrike" cap="none">
                <a:solidFill>
                  <a:srgbClr val="000000"/>
                </a:solidFill>
                <a:latin typeface="Raleway"/>
                <a:ea typeface="Raleway"/>
                <a:cs typeface="Raleway"/>
                <a:sym typeface="Raleway"/>
              </a:defRPr>
            </a:lvl4pPr>
            <a:lvl5pPr marR="0" lvl="4" algn="ctr" rtl="0">
              <a:lnSpc>
                <a:spcPct val="100000"/>
              </a:lnSpc>
              <a:spcBef>
                <a:spcPts val="0"/>
              </a:spcBef>
              <a:spcAft>
                <a:spcPts val="0"/>
              </a:spcAft>
              <a:buClr>
                <a:srgbClr val="000000"/>
              </a:buClr>
              <a:buSzPts val="1200"/>
              <a:buFont typeface="Raleway"/>
              <a:buNone/>
              <a:defRPr sz="1200" b="0" i="0" u="none" strike="noStrike" cap="none">
                <a:solidFill>
                  <a:srgbClr val="000000"/>
                </a:solidFill>
                <a:latin typeface="Raleway"/>
                <a:ea typeface="Raleway"/>
                <a:cs typeface="Raleway"/>
                <a:sym typeface="Raleway"/>
              </a:defRPr>
            </a:lvl5pPr>
            <a:lvl6pPr marR="0" lvl="5" algn="ctr" rtl="0">
              <a:lnSpc>
                <a:spcPct val="100000"/>
              </a:lnSpc>
              <a:spcBef>
                <a:spcPts val="0"/>
              </a:spcBef>
              <a:spcAft>
                <a:spcPts val="0"/>
              </a:spcAft>
              <a:buClr>
                <a:srgbClr val="000000"/>
              </a:buClr>
              <a:buSzPts val="1200"/>
              <a:buFont typeface="Raleway"/>
              <a:buNone/>
              <a:defRPr sz="1200" b="0" i="0" u="none" strike="noStrike" cap="none">
                <a:solidFill>
                  <a:srgbClr val="000000"/>
                </a:solidFill>
                <a:latin typeface="Raleway"/>
                <a:ea typeface="Raleway"/>
                <a:cs typeface="Raleway"/>
                <a:sym typeface="Raleway"/>
              </a:defRPr>
            </a:lvl6pPr>
            <a:lvl7pPr marR="0" lvl="6" algn="ctr" rtl="0">
              <a:lnSpc>
                <a:spcPct val="100000"/>
              </a:lnSpc>
              <a:spcBef>
                <a:spcPts val="0"/>
              </a:spcBef>
              <a:spcAft>
                <a:spcPts val="0"/>
              </a:spcAft>
              <a:buClr>
                <a:srgbClr val="000000"/>
              </a:buClr>
              <a:buSzPts val="1200"/>
              <a:buFont typeface="Raleway"/>
              <a:buNone/>
              <a:defRPr sz="1200" b="0" i="0" u="none" strike="noStrike" cap="none">
                <a:solidFill>
                  <a:srgbClr val="000000"/>
                </a:solidFill>
                <a:latin typeface="Raleway"/>
                <a:ea typeface="Raleway"/>
                <a:cs typeface="Raleway"/>
                <a:sym typeface="Raleway"/>
              </a:defRPr>
            </a:lvl7pPr>
            <a:lvl8pPr marR="0" lvl="7" algn="ctr" rtl="0">
              <a:lnSpc>
                <a:spcPct val="100000"/>
              </a:lnSpc>
              <a:spcBef>
                <a:spcPts val="0"/>
              </a:spcBef>
              <a:spcAft>
                <a:spcPts val="0"/>
              </a:spcAft>
              <a:buClr>
                <a:srgbClr val="000000"/>
              </a:buClr>
              <a:buSzPts val="1200"/>
              <a:buFont typeface="Raleway"/>
              <a:buNone/>
              <a:defRPr sz="1200" b="0" i="0" u="none" strike="noStrike" cap="none">
                <a:solidFill>
                  <a:srgbClr val="000000"/>
                </a:solidFill>
                <a:latin typeface="Raleway"/>
                <a:ea typeface="Raleway"/>
                <a:cs typeface="Raleway"/>
                <a:sym typeface="Raleway"/>
              </a:defRPr>
            </a:lvl8pPr>
            <a:lvl9pPr marR="0" lvl="8" algn="ctr" rtl="0">
              <a:lnSpc>
                <a:spcPct val="100000"/>
              </a:lnSpc>
              <a:spcBef>
                <a:spcPts val="0"/>
              </a:spcBef>
              <a:spcAft>
                <a:spcPts val="0"/>
              </a:spcAft>
              <a:buClr>
                <a:srgbClr val="000000"/>
              </a:buClr>
              <a:buSzPts val="1200"/>
              <a:buFont typeface="Raleway"/>
              <a:buNone/>
              <a:defRPr sz="1200" b="0" i="0" u="none" strike="noStrike" cap="none">
                <a:solidFill>
                  <a:srgbClr val="000000"/>
                </a:solidFill>
                <a:latin typeface="Raleway"/>
                <a:ea typeface="Raleway"/>
                <a:cs typeface="Raleway"/>
                <a:sym typeface="Raleway"/>
              </a:defRPr>
            </a:lvl9pPr>
          </a:lstStyle>
          <a:p>
            <a:r>
              <a:rPr lang="en-US" dirty="0"/>
              <a:t>CONCLUSION</a:t>
            </a:r>
          </a:p>
        </p:txBody>
      </p:sp>
      <p:sp>
        <p:nvSpPr>
          <p:cNvPr id="23" name="Google Shape;152;p23">
            <a:extLst>
              <a:ext uri="{FF2B5EF4-FFF2-40B4-BE49-F238E27FC236}">
                <a16:creationId xmlns:a16="http://schemas.microsoft.com/office/drawing/2014/main" id="{EC7F4F92-485D-C9F5-41E1-E38E8531D5B5}"/>
              </a:ext>
            </a:extLst>
          </p:cNvPr>
          <p:cNvSpPr txBox="1">
            <a:spLocks/>
          </p:cNvSpPr>
          <p:nvPr/>
        </p:nvSpPr>
        <p:spPr>
          <a:xfrm>
            <a:off x="6254998" y="3713341"/>
            <a:ext cx="563400" cy="3549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CADCDC"/>
              </a:buClr>
              <a:buSzPts val="1400"/>
              <a:buFont typeface="Raleway"/>
              <a:buNone/>
              <a:defRPr sz="1400" b="0" i="0" u="none" strike="noStrike" cap="none">
                <a:solidFill>
                  <a:srgbClr val="CADCDC"/>
                </a:solidFill>
                <a:latin typeface="Raleway"/>
                <a:ea typeface="Raleway"/>
                <a:cs typeface="Raleway"/>
                <a:sym typeface="Raleway"/>
              </a:defRPr>
            </a:lvl1pPr>
            <a:lvl2pPr marR="0" lvl="1" algn="ctr" rtl="0">
              <a:lnSpc>
                <a:spcPct val="100000"/>
              </a:lnSpc>
              <a:spcBef>
                <a:spcPts val="0"/>
              </a:spcBef>
              <a:spcAft>
                <a:spcPts val="0"/>
              </a:spcAft>
              <a:buClr>
                <a:srgbClr val="CADCDC"/>
              </a:buClr>
              <a:buSzPts val="12000"/>
              <a:buFont typeface="Raleway"/>
              <a:buNone/>
              <a:defRPr sz="12000" b="0" i="0" u="none" strike="noStrike" cap="none">
                <a:solidFill>
                  <a:srgbClr val="CADCDC"/>
                </a:solidFill>
                <a:latin typeface="Raleway"/>
                <a:ea typeface="Raleway"/>
                <a:cs typeface="Raleway"/>
                <a:sym typeface="Raleway"/>
              </a:defRPr>
            </a:lvl2pPr>
            <a:lvl3pPr marR="0" lvl="2" algn="ctr" rtl="0">
              <a:lnSpc>
                <a:spcPct val="100000"/>
              </a:lnSpc>
              <a:spcBef>
                <a:spcPts val="0"/>
              </a:spcBef>
              <a:spcAft>
                <a:spcPts val="0"/>
              </a:spcAft>
              <a:buClr>
                <a:srgbClr val="CADCDC"/>
              </a:buClr>
              <a:buSzPts val="12000"/>
              <a:buFont typeface="Raleway"/>
              <a:buNone/>
              <a:defRPr sz="12000" b="0" i="0" u="none" strike="noStrike" cap="none">
                <a:solidFill>
                  <a:srgbClr val="CADCDC"/>
                </a:solidFill>
                <a:latin typeface="Raleway"/>
                <a:ea typeface="Raleway"/>
                <a:cs typeface="Raleway"/>
                <a:sym typeface="Raleway"/>
              </a:defRPr>
            </a:lvl3pPr>
            <a:lvl4pPr marR="0" lvl="3" algn="ctr" rtl="0">
              <a:lnSpc>
                <a:spcPct val="100000"/>
              </a:lnSpc>
              <a:spcBef>
                <a:spcPts val="0"/>
              </a:spcBef>
              <a:spcAft>
                <a:spcPts val="0"/>
              </a:spcAft>
              <a:buClr>
                <a:srgbClr val="CADCDC"/>
              </a:buClr>
              <a:buSzPts val="12000"/>
              <a:buFont typeface="Raleway"/>
              <a:buNone/>
              <a:defRPr sz="12000" b="0" i="0" u="none" strike="noStrike" cap="none">
                <a:solidFill>
                  <a:srgbClr val="CADCDC"/>
                </a:solidFill>
                <a:latin typeface="Raleway"/>
                <a:ea typeface="Raleway"/>
                <a:cs typeface="Raleway"/>
                <a:sym typeface="Raleway"/>
              </a:defRPr>
            </a:lvl4pPr>
            <a:lvl5pPr marR="0" lvl="4" algn="ctr" rtl="0">
              <a:lnSpc>
                <a:spcPct val="100000"/>
              </a:lnSpc>
              <a:spcBef>
                <a:spcPts val="0"/>
              </a:spcBef>
              <a:spcAft>
                <a:spcPts val="0"/>
              </a:spcAft>
              <a:buClr>
                <a:srgbClr val="CADCDC"/>
              </a:buClr>
              <a:buSzPts val="12000"/>
              <a:buFont typeface="Raleway"/>
              <a:buNone/>
              <a:defRPr sz="12000" b="0" i="0" u="none" strike="noStrike" cap="none">
                <a:solidFill>
                  <a:srgbClr val="CADCDC"/>
                </a:solidFill>
                <a:latin typeface="Raleway"/>
                <a:ea typeface="Raleway"/>
                <a:cs typeface="Raleway"/>
                <a:sym typeface="Raleway"/>
              </a:defRPr>
            </a:lvl5pPr>
            <a:lvl6pPr marR="0" lvl="5" algn="ctr" rtl="0">
              <a:lnSpc>
                <a:spcPct val="100000"/>
              </a:lnSpc>
              <a:spcBef>
                <a:spcPts val="0"/>
              </a:spcBef>
              <a:spcAft>
                <a:spcPts val="0"/>
              </a:spcAft>
              <a:buClr>
                <a:srgbClr val="CADCDC"/>
              </a:buClr>
              <a:buSzPts val="12000"/>
              <a:buFont typeface="Raleway"/>
              <a:buNone/>
              <a:defRPr sz="12000" b="0" i="0" u="none" strike="noStrike" cap="none">
                <a:solidFill>
                  <a:srgbClr val="CADCDC"/>
                </a:solidFill>
                <a:latin typeface="Raleway"/>
                <a:ea typeface="Raleway"/>
                <a:cs typeface="Raleway"/>
                <a:sym typeface="Raleway"/>
              </a:defRPr>
            </a:lvl6pPr>
            <a:lvl7pPr marR="0" lvl="6" algn="ctr" rtl="0">
              <a:lnSpc>
                <a:spcPct val="100000"/>
              </a:lnSpc>
              <a:spcBef>
                <a:spcPts val="0"/>
              </a:spcBef>
              <a:spcAft>
                <a:spcPts val="0"/>
              </a:spcAft>
              <a:buClr>
                <a:srgbClr val="CADCDC"/>
              </a:buClr>
              <a:buSzPts val="12000"/>
              <a:buFont typeface="Raleway"/>
              <a:buNone/>
              <a:defRPr sz="12000" b="0" i="0" u="none" strike="noStrike" cap="none">
                <a:solidFill>
                  <a:srgbClr val="CADCDC"/>
                </a:solidFill>
                <a:latin typeface="Raleway"/>
                <a:ea typeface="Raleway"/>
                <a:cs typeface="Raleway"/>
                <a:sym typeface="Raleway"/>
              </a:defRPr>
            </a:lvl7pPr>
            <a:lvl8pPr marR="0" lvl="7" algn="ctr" rtl="0">
              <a:lnSpc>
                <a:spcPct val="100000"/>
              </a:lnSpc>
              <a:spcBef>
                <a:spcPts val="0"/>
              </a:spcBef>
              <a:spcAft>
                <a:spcPts val="0"/>
              </a:spcAft>
              <a:buClr>
                <a:srgbClr val="CADCDC"/>
              </a:buClr>
              <a:buSzPts val="12000"/>
              <a:buFont typeface="Raleway"/>
              <a:buNone/>
              <a:defRPr sz="12000" b="0" i="0" u="none" strike="noStrike" cap="none">
                <a:solidFill>
                  <a:srgbClr val="CADCDC"/>
                </a:solidFill>
                <a:latin typeface="Raleway"/>
                <a:ea typeface="Raleway"/>
                <a:cs typeface="Raleway"/>
                <a:sym typeface="Raleway"/>
              </a:defRPr>
            </a:lvl8pPr>
            <a:lvl9pPr marR="0" lvl="8" algn="ctr" rtl="0">
              <a:lnSpc>
                <a:spcPct val="100000"/>
              </a:lnSpc>
              <a:spcBef>
                <a:spcPts val="0"/>
              </a:spcBef>
              <a:spcAft>
                <a:spcPts val="0"/>
              </a:spcAft>
              <a:buClr>
                <a:srgbClr val="CADCDC"/>
              </a:buClr>
              <a:buSzPts val="12000"/>
              <a:buFont typeface="Raleway"/>
              <a:buNone/>
              <a:defRPr sz="12000" b="0" i="0" u="none" strike="noStrike" cap="none">
                <a:solidFill>
                  <a:srgbClr val="CADCDC"/>
                </a:solidFill>
                <a:latin typeface="Raleway"/>
                <a:ea typeface="Raleway"/>
                <a:cs typeface="Raleway"/>
                <a:sym typeface="Raleway"/>
              </a:defRPr>
            </a:lvl9pPr>
          </a:lstStyle>
          <a:p>
            <a:r>
              <a:rPr lang="en" dirty="0"/>
              <a:t>08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5"/>
          <p:cNvSpPr/>
          <p:nvPr/>
        </p:nvSpPr>
        <p:spPr>
          <a:xfrm>
            <a:off x="1547900" y="1076500"/>
            <a:ext cx="7596000" cy="2887800"/>
          </a:xfrm>
          <a:prstGeom prst="rect">
            <a:avLst/>
          </a:prstGeom>
          <a:solidFill>
            <a:srgbClr val="CADC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5"/>
          <p:cNvSpPr txBox="1">
            <a:spLocks noGrp="1"/>
          </p:cNvSpPr>
          <p:nvPr>
            <p:ph type="title"/>
          </p:nvPr>
        </p:nvSpPr>
        <p:spPr>
          <a:xfrm>
            <a:off x="5521500" y="2426200"/>
            <a:ext cx="4959000" cy="644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solidFill>
                  <a:srgbClr val="FFFFFF"/>
                </a:solidFill>
              </a:rPr>
              <a:t>INTRODUCTION</a:t>
            </a:r>
            <a:endParaRPr dirty="0">
              <a:solidFill>
                <a:srgbClr val="FFFFFF"/>
              </a:solidFill>
            </a:endParaRPr>
          </a:p>
        </p:txBody>
      </p:sp>
      <p:sp>
        <p:nvSpPr>
          <p:cNvPr id="181" name="Google Shape;181;p25"/>
          <p:cNvSpPr txBox="1">
            <a:spLocks noGrp="1"/>
          </p:cNvSpPr>
          <p:nvPr>
            <p:ph type="subTitle" idx="1"/>
          </p:nvPr>
        </p:nvSpPr>
        <p:spPr>
          <a:xfrm>
            <a:off x="5521500" y="2854825"/>
            <a:ext cx="3888600" cy="469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dirty="0">
              <a:solidFill>
                <a:srgbClr val="FFFFFF"/>
              </a:solidFill>
            </a:endParaRPr>
          </a:p>
        </p:txBody>
      </p:sp>
      <p:sp>
        <p:nvSpPr>
          <p:cNvPr id="182" name="Google Shape;182;p25"/>
          <p:cNvSpPr txBox="1">
            <a:spLocks noGrp="1"/>
          </p:cNvSpPr>
          <p:nvPr>
            <p:ph type="title" idx="2"/>
          </p:nvPr>
        </p:nvSpPr>
        <p:spPr>
          <a:xfrm>
            <a:off x="5521500" y="2210575"/>
            <a:ext cx="1654200" cy="35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rgbClr val="FFFFFF"/>
                </a:solidFill>
              </a:rPr>
              <a:t>01</a:t>
            </a:r>
            <a:endParaRPr>
              <a:solidFill>
                <a:srgbClr val="FFFFFF"/>
              </a:solidFill>
            </a:endParaRPr>
          </a:p>
        </p:txBody>
      </p:sp>
      <p:pic>
        <p:nvPicPr>
          <p:cNvPr id="183" name="Google Shape;183;p25"/>
          <p:cNvPicPr preferRelativeResize="0"/>
          <p:nvPr/>
        </p:nvPicPr>
        <p:blipFill rotWithShape="1">
          <a:blip r:embed="rId3">
            <a:alphaModFix/>
          </a:blip>
          <a:srcRect l="16964"/>
          <a:stretch/>
        </p:blipFill>
        <p:spPr>
          <a:xfrm>
            <a:off x="970800" y="1191400"/>
            <a:ext cx="3319425" cy="2647450"/>
          </a:xfrm>
          <a:prstGeom prst="rect">
            <a:avLst/>
          </a:prstGeom>
          <a:noFill/>
          <a:ln>
            <a:noFill/>
          </a:ln>
        </p:spPr>
      </p:pic>
    </p:spTree>
    <p:extLst>
      <p:ext uri="{BB962C8B-B14F-4D97-AF65-F5344CB8AC3E}">
        <p14:creationId xmlns:p14="http://schemas.microsoft.com/office/powerpoint/2010/main" val="615558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4"/>
          <p:cNvSpPr txBox="1">
            <a:spLocks noGrp="1"/>
          </p:cNvSpPr>
          <p:nvPr>
            <p:ph type="subTitle" idx="1"/>
          </p:nvPr>
        </p:nvSpPr>
        <p:spPr>
          <a:xfrm>
            <a:off x="1019247" y="479250"/>
            <a:ext cx="5369457" cy="4302300"/>
          </a:xfrm>
          <a:prstGeom prst="rect">
            <a:avLst/>
          </a:prstGeom>
        </p:spPr>
        <p:txBody>
          <a:bodyPr spcFirstLastPara="1" wrap="square" lIns="91425" tIns="91425" rIns="91425" bIns="91425" anchor="t" anchorCtr="0">
            <a:noAutofit/>
          </a:bodyPr>
          <a:lstStyle/>
          <a:p>
            <a:pPr marL="0" lvl="0" indent="0" algn="l" rtl="0">
              <a:spcBef>
                <a:spcPts val="600"/>
              </a:spcBef>
              <a:spcAft>
                <a:spcPts val="600"/>
              </a:spcAft>
              <a:buNone/>
            </a:pPr>
            <a:r>
              <a:rPr lang="en-US" sz="1400" dirty="0"/>
              <a:t>	The skin covers the whole body. An important function of the skin is to protect the body from infection. We need automated computer application for skin disease classification to be installed at the medical facilities like rural health clinics for remote areas where skin specialists are unavailable. These application that is be made using Machine Learning Models. We can achieve </a:t>
            </a:r>
            <a:r>
              <a:rPr lang="en-US" sz="1400" dirty="0" err="1"/>
              <a:t>upto</a:t>
            </a:r>
            <a:r>
              <a:rPr lang="en-US" sz="1400" dirty="0"/>
              <a:t> 98% of accuracy using this algorithms and classify the correct disease. These can be very helpful to prevent chronic and severe skin disease if detected at early stages.</a:t>
            </a:r>
          </a:p>
        </p:txBody>
      </p:sp>
      <p:sp>
        <p:nvSpPr>
          <p:cNvPr id="171" name="Google Shape;171;p24"/>
          <p:cNvSpPr txBox="1">
            <a:spLocks noGrp="1"/>
          </p:cNvSpPr>
          <p:nvPr>
            <p:ph type="title"/>
          </p:nvPr>
        </p:nvSpPr>
        <p:spPr>
          <a:xfrm rot="-5400000">
            <a:off x="-1703750" y="2544750"/>
            <a:ext cx="4302300" cy="2064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sz="1600" dirty="0"/>
              <a:t>INTRODUCTION</a:t>
            </a:r>
            <a:endParaRPr sz="1600" dirty="0"/>
          </a:p>
        </p:txBody>
      </p:sp>
      <p:pic>
        <p:nvPicPr>
          <p:cNvPr id="172" name="Google Shape;172;p24"/>
          <p:cNvPicPr preferRelativeResize="0"/>
          <p:nvPr/>
        </p:nvPicPr>
        <p:blipFill rotWithShape="1">
          <a:blip r:embed="rId3">
            <a:alphaModFix/>
          </a:blip>
          <a:srcRect l="10464" r="16659"/>
          <a:stretch/>
        </p:blipFill>
        <p:spPr>
          <a:xfrm>
            <a:off x="6388704" y="738885"/>
            <a:ext cx="2608118" cy="2614482"/>
          </a:xfrm>
          <a:prstGeom prst="rect">
            <a:avLst/>
          </a:prstGeom>
          <a:noFill/>
          <a:ln>
            <a:noFill/>
          </a:ln>
        </p:spPr>
      </p:pic>
      <p:cxnSp>
        <p:nvCxnSpPr>
          <p:cNvPr id="173" name="Google Shape;173;p24"/>
          <p:cNvCxnSpPr/>
          <p:nvPr/>
        </p:nvCxnSpPr>
        <p:spPr>
          <a:xfrm>
            <a:off x="3810204" y="4680391"/>
            <a:ext cx="2578500" cy="0"/>
          </a:xfrm>
          <a:prstGeom prst="straightConnector1">
            <a:avLst/>
          </a:prstGeom>
          <a:noFill/>
          <a:ln w="9525" cap="flat" cmpd="sng">
            <a:solidFill>
              <a:srgbClr val="CADCDC"/>
            </a:solidFill>
            <a:prstDash val="dot"/>
            <a:round/>
            <a:headEnd type="none" w="med" len="med"/>
            <a:tailEnd type="none" w="med" len="med"/>
          </a:ln>
        </p:spPr>
      </p:cxnSp>
      <p:cxnSp>
        <p:nvCxnSpPr>
          <p:cNvPr id="174" name="Google Shape;174;p24"/>
          <p:cNvCxnSpPr/>
          <p:nvPr/>
        </p:nvCxnSpPr>
        <p:spPr>
          <a:xfrm>
            <a:off x="3583494" y="325793"/>
            <a:ext cx="2578500" cy="0"/>
          </a:xfrm>
          <a:prstGeom prst="straightConnector1">
            <a:avLst/>
          </a:prstGeom>
          <a:noFill/>
          <a:ln w="9525" cap="flat" cmpd="sng">
            <a:solidFill>
              <a:srgbClr val="CADCDC"/>
            </a:solidFill>
            <a:prstDash val="dot"/>
            <a:round/>
            <a:headEnd type="none" w="med" len="med"/>
            <a:tailEnd type="non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5"/>
          <p:cNvSpPr/>
          <p:nvPr/>
        </p:nvSpPr>
        <p:spPr>
          <a:xfrm>
            <a:off x="1547900" y="1076500"/>
            <a:ext cx="7596000" cy="2887800"/>
          </a:xfrm>
          <a:prstGeom prst="rect">
            <a:avLst/>
          </a:prstGeom>
          <a:solidFill>
            <a:srgbClr val="CADCD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0" name="Google Shape;180;p25"/>
          <p:cNvSpPr txBox="1">
            <a:spLocks noGrp="1"/>
          </p:cNvSpPr>
          <p:nvPr>
            <p:ph type="title"/>
          </p:nvPr>
        </p:nvSpPr>
        <p:spPr>
          <a:xfrm>
            <a:off x="5521500" y="2426200"/>
            <a:ext cx="4959000" cy="644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solidFill>
                  <a:srgbClr val="FFFFFF"/>
                </a:solidFill>
              </a:rPr>
              <a:t>PROBLEM DEFINITION</a:t>
            </a:r>
            <a:endParaRPr dirty="0">
              <a:solidFill>
                <a:srgbClr val="FFFFFF"/>
              </a:solidFill>
            </a:endParaRPr>
          </a:p>
        </p:txBody>
      </p:sp>
      <p:sp>
        <p:nvSpPr>
          <p:cNvPr id="181" name="Google Shape;181;p25"/>
          <p:cNvSpPr txBox="1">
            <a:spLocks noGrp="1"/>
          </p:cNvSpPr>
          <p:nvPr>
            <p:ph type="subTitle" idx="1"/>
          </p:nvPr>
        </p:nvSpPr>
        <p:spPr>
          <a:xfrm>
            <a:off x="5521500" y="2854825"/>
            <a:ext cx="3888600" cy="469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dirty="0">
              <a:solidFill>
                <a:srgbClr val="FFFFFF"/>
              </a:solidFill>
            </a:endParaRPr>
          </a:p>
        </p:txBody>
      </p:sp>
      <p:sp>
        <p:nvSpPr>
          <p:cNvPr id="182" name="Google Shape;182;p25"/>
          <p:cNvSpPr txBox="1">
            <a:spLocks noGrp="1"/>
          </p:cNvSpPr>
          <p:nvPr>
            <p:ph type="title" idx="2"/>
          </p:nvPr>
        </p:nvSpPr>
        <p:spPr>
          <a:xfrm>
            <a:off x="5521500" y="2210575"/>
            <a:ext cx="1654200" cy="35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rgbClr val="FFFFFF"/>
                </a:solidFill>
              </a:rPr>
              <a:t>02</a:t>
            </a:r>
            <a:endParaRPr dirty="0">
              <a:solidFill>
                <a:srgbClr val="FFFFFF"/>
              </a:solidFill>
            </a:endParaRPr>
          </a:p>
        </p:txBody>
      </p:sp>
      <p:pic>
        <p:nvPicPr>
          <p:cNvPr id="183" name="Google Shape;183;p25"/>
          <p:cNvPicPr preferRelativeResize="0"/>
          <p:nvPr/>
        </p:nvPicPr>
        <p:blipFill rotWithShape="1">
          <a:blip r:embed="rId3">
            <a:alphaModFix/>
          </a:blip>
          <a:srcRect l="16964"/>
          <a:stretch/>
        </p:blipFill>
        <p:spPr>
          <a:xfrm>
            <a:off x="970800" y="1191400"/>
            <a:ext cx="3319425" cy="2647450"/>
          </a:xfrm>
          <a:prstGeom prst="rect">
            <a:avLst/>
          </a:prstGeom>
          <a:noFill/>
          <a:ln>
            <a:noFill/>
          </a:ln>
        </p:spPr>
      </p:pic>
    </p:spTree>
    <p:extLst>
      <p:ext uri="{BB962C8B-B14F-4D97-AF65-F5344CB8AC3E}">
        <p14:creationId xmlns:p14="http://schemas.microsoft.com/office/powerpoint/2010/main" val="17182500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6" name="Google Shape;456;p37"/>
          <p:cNvSpPr/>
          <p:nvPr/>
        </p:nvSpPr>
        <p:spPr>
          <a:xfrm>
            <a:off x="1352810" y="733371"/>
            <a:ext cx="6819191" cy="3550529"/>
          </a:xfrm>
          <a:prstGeom prst="rect">
            <a:avLst/>
          </a:prstGeom>
          <a:noFill/>
          <a:ln w="19050" cap="flat" cmpd="sng">
            <a:solidFill>
              <a:srgbClr val="CADCDC"/>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7" name="Google Shape;457;p37"/>
          <p:cNvSpPr txBox="1">
            <a:spLocks noGrp="1"/>
          </p:cNvSpPr>
          <p:nvPr>
            <p:ph type="title"/>
          </p:nvPr>
        </p:nvSpPr>
        <p:spPr>
          <a:xfrm rot="-5400000">
            <a:off x="-1703750" y="2544750"/>
            <a:ext cx="4302300" cy="2064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sz="1600" dirty="0"/>
              <a:t>PROBLEM  DEFINITION</a:t>
            </a:r>
            <a:endParaRPr sz="1600" dirty="0"/>
          </a:p>
        </p:txBody>
      </p:sp>
      <p:sp>
        <p:nvSpPr>
          <p:cNvPr id="463" name="Google Shape;463;p37"/>
          <p:cNvSpPr txBox="1">
            <a:spLocks noGrp="1"/>
          </p:cNvSpPr>
          <p:nvPr>
            <p:ph type="body" idx="1"/>
          </p:nvPr>
        </p:nvSpPr>
        <p:spPr>
          <a:xfrm>
            <a:off x="1352810" y="733370"/>
            <a:ext cx="6438380" cy="3550529"/>
          </a:xfrm>
          <a:prstGeom prst="rect">
            <a:avLst/>
          </a:prstGeom>
        </p:spPr>
        <p:txBody>
          <a:bodyPr spcFirstLastPara="1" wrap="square" lIns="91425" tIns="91425" rIns="91425" bIns="91425" anchor="t" anchorCtr="0">
            <a:noAutofit/>
          </a:bodyPr>
          <a:lstStyle/>
          <a:p>
            <a:pPr marL="285750"/>
            <a:r>
              <a:rPr lang="en-US" sz="1400" dirty="0"/>
              <a:t>The skin is the main part of the  body. But many times our skin degrades due to infection which leads to severe health problems. One of the most chronic disease is the skin cancer and the best ways to keep the skin healthy and cancer free is checking and examining skin once a month for suspicious moles or spots .This exam is a visual and clinical skin exam, it costs more than Rs.5000 and it needs hospital scan which is difficult for disabled people. In our paper, we propose a low cost Smartphone based intelligent scheme that allows people for regular skin examinations. We use a Smartphone camera and an intelligent learning algorithm to scan skin images.</a:t>
            </a:r>
          </a:p>
          <a:p>
            <a:pPr marL="285750"/>
            <a:endParaRPr lang="en-US" sz="1400" dirty="0"/>
          </a:p>
          <a:p>
            <a:pPr marL="285750"/>
            <a:r>
              <a:rPr lang="en-US" sz="1400" dirty="0"/>
              <a:t>By machine learning model it is easy and cost effective to detect any skin disease .</a:t>
            </a:r>
          </a:p>
          <a:p>
            <a:pPr marL="457200" lvl="0" indent="-285750" algn="l" rtl="0">
              <a:spcBef>
                <a:spcPts val="0"/>
              </a:spcBef>
              <a:spcAft>
                <a:spcPts val="600"/>
              </a:spcAft>
              <a:buClr>
                <a:schemeClr val="accent1"/>
              </a:buClr>
              <a:buSzPts val="900"/>
              <a:buChar char="●"/>
            </a:pPr>
            <a:endParaRPr lang="en-US" sz="1400" dirty="0">
              <a:solidFill>
                <a:schemeClr val="dk1"/>
              </a:solidFill>
              <a:latin typeface="+mn-lt"/>
            </a:endParaRPr>
          </a:p>
        </p:txBody>
      </p:sp>
    </p:spTree>
    <p:extLst>
      <p:ext uri="{BB962C8B-B14F-4D97-AF65-F5344CB8AC3E}">
        <p14:creationId xmlns:p14="http://schemas.microsoft.com/office/powerpoint/2010/main" val="2117080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5"/>
          <p:cNvSpPr/>
          <p:nvPr/>
        </p:nvSpPr>
        <p:spPr>
          <a:xfrm>
            <a:off x="1547900" y="1051448"/>
            <a:ext cx="7596000" cy="2887800"/>
          </a:xfrm>
          <a:prstGeom prst="rect">
            <a:avLst/>
          </a:prstGeom>
          <a:solidFill>
            <a:srgbClr val="CADC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5"/>
          <p:cNvSpPr txBox="1">
            <a:spLocks noGrp="1"/>
          </p:cNvSpPr>
          <p:nvPr>
            <p:ph type="title"/>
          </p:nvPr>
        </p:nvSpPr>
        <p:spPr>
          <a:xfrm>
            <a:off x="5521500" y="2426200"/>
            <a:ext cx="4959000" cy="644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solidFill>
                  <a:srgbClr val="FFFFFF"/>
                </a:solidFill>
              </a:rPr>
              <a:t>SCOPE OF PROJECT</a:t>
            </a:r>
            <a:endParaRPr dirty="0">
              <a:solidFill>
                <a:srgbClr val="FFFFFF"/>
              </a:solidFill>
            </a:endParaRPr>
          </a:p>
        </p:txBody>
      </p:sp>
      <p:sp>
        <p:nvSpPr>
          <p:cNvPr id="181" name="Google Shape;181;p25"/>
          <p:cNvSpPr txBox="1">
            <a:spLocks noGrp="1"/>
          </p:cNvSpPr>
          <p:nvPr>
            <p:ph type="subTitle" idx="1"/>
          </p:nvPr>
        </p:nvSpPr>
        <p:spPr>
          <a:xfrm>
            <a:off x="5521500" y="2854825"/>
            <a:ext cx="3888600" cy="469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dirty="0">
              <a:solidFill>
                <a:srgbClr val="FFFFFF"/>
              </a:solidFill>
            </a:endParaRPr>
          </a:p>
        </p:txBody>
      </p:sp>
      <p:sp>
        <p:nvSpPr>
          <p:cNvPr id="182" name="Google Shape;182;p25"/>
          <p:cNvSpPr txBox="1">
            <a:spLocks noGrp="1"/>
          </p:cNvSpPr>
          <p:nvPr>
            <p:ph type="title" idx="2"/>
          </p:nvPr>
        </p:nvSpPr>
        <p:spPr>
          <a:xfrm>
            <a:off x="5521500" y="2210575"/>
            <a:ext cx="1654200" cy="35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rgbClr val="FFFFFF"/>
                </a:solidFill>
              </a:rPr>
              <a:t>03</a:t>
            </a:r>
            <a:endParaRPr dirty="0">
              <a:solidFill>
                <a:srgbClr val="FFFFFF"/>
              </a:solidFill>
            </a:endParaRPr>
          </a:p>
        </p:txBody>
      </p:sp>
      <p:pic>
        <p:nvPicPr>
          <p:cNvPr id="183" name="Google Shape;183;p25"/>
          <p:cNvPicPr preferRelativeResize="0"/>
          <p:nvPr/>
        </p:nvPicPr>
        <p:blipFill rotWithShape="1">
          <a:blip r:embed="rId3">
            <a:alphaModFix/>
          </a:blip>
          <a:srcRect l="16964"/>
          <a:stretch/>
        </p:blipFill>
        <p:spPr>
          <a:xfrm>
            <a:off x="970800" y="1191400"/>
            <a:ext cx="3319425" cy="2647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92"/>
        <p:cNvGrpSpPr/>
        <p:nvPr/>
      </p:nvGrpSpPr>
      <p:grpSpPr>
        <a:xfrm>
          <a:off x="0" y="0"/>
          <a:ext cx="0" cy="0"/>
          <a:chOff x="0" y="0"/>
          <a:chExt cx="0" cy="0"/>
        </a:xfrm>
      </p:grpSpPr>
      <p:sp>
        <p:nvSpPr>
          <p:cNvPr id="2" name="TextBox 1">
            <a:extLst>
              <a:ext uri="{FF2B5EF4-FFF2-40B4-BE49-F238E27FC236}">
                <a16:creationId xmlns:a16="http://schemas.microsoft.com/office/drawing/2014/main" id="{250ED33A-D17D-4366-AB31-B0DC468007E5}"/>
              </a:ext>
            </a:extLst>
          </p:cNvPr>
          <p:cNvSpPr txBox="1"/>
          <p:nvPr/>
        </p:nvSpPr>
        <p:spPr>
          <a:xfrm>
            <a:off x="1823604" y="1323225"/>
            <a:ext cx="5496791" cy="1169551"/>
          </a:xfrm>
          <a:prstGeom prst="rect">
            <a:avLst/>
          </a:prstGeom>
          <a:noFill/>
        </p:spPr>
        <p:txBody>
          <a:bodyPr wrap="square" rtlCol="0">
            <a:spAutoFit/>
          </a:bodyPr>
          <a:lstStyle/>
          <a:p>
            <a:r>
              <a:rPr lang="en-US" dirty="0">
                <a:latin typeface="Raleway" pitchFamily="2" charset="0"/>
              </a:rPr>
              <a:t>Our purpose project will work in the following way:</a:t>
            </a:r>
          </a:p>
          <a:p>
            <a:endParaRPr lang="en-IN" dirty="0">
              <a:latin typeface="Raleway" pitchFamily="2" charset="0"/>
            </a:endParaRPr>
          </a:p>
          <a:p>
            <a:pPr marL="285750" indent="-285750">
              <a:buFont typeface="Arial" panose="020B0604020202020204" pitchFamily="34" charset="0"/>
              <a:buChar char="•"/>
            </a:pPr>
            <a:r>
              <a:rPr lang="en-IN" dirty="0">
                <a:latin typeface="Raleway" pitchFamily="2" charset="0"/>
              </a:rPr>
              <a:t>Acquire Image.</a:t>
            </a:r>
          </a:p>
          <a:p>
            <a:pPr marL="285750" indent="-285750">
              <a:buFont typeface="Arial" panose="020B0604020202020204" pitchFamily="34" charset="0"/>
              <a:buChar char="•"/>
            </a:pPr>
            <a:r>
              <a:rPr lang="en-IN" dirty="0">
                <a:latin typeface="Raleway" pitchFamily="2" charset="0"/>
              </a:rPr>
              <a:t>Classify disease.</a:t>
            </a:r>
          </a:p>
          <a:p>
            <a:pPr marL="285750" indent="-285750">
              <a:buFont typeface="Arial" panose="020B0604020202020204" pitchFamily="34" charset="0"/>
              <a:buChar char="•"/>
            </a:pPr>
            <a:r>
              <a:rPr lang="en-IN" dirty="0">
                <a:latin typeface="Raleway" pitchFamily="2" charset="0"/>
              </a:rPr>
              <a:t>Upload Classified Image to web app for further opinion</a:t>
            </a:r>
            <a:r>
              <a:rPr lang="en-IN" dirty="0"/>
              <a:t>.</a:t>
            </a:r>
          </a:p>
        </p:txBody>
      </p:sp>
      <p:sp>
        <p:nvSpPr>
          <p:cNvPr id="6" name="Google Shape;189;p26">
            <a:extLst>
              <a:ext uri="{FF2B5EF4-FFF2-40B4-BE49-F238E27FC236}">
                <a16:creationId xmlns:a16="http://schemas.microsoft.com/office/drawing/2014/main" id="{66D3EA04-68BA-42A8-AEF5-39ACAA05F6F2}"/>
              </a:ext>
            </a:extLst>
          </p:cNvPr>
          <p:cNvSpPr txBox="1">
            <a:spLocks noGrp="1"/>
          </p:cNvSpPr>
          <p:nvPr>
            <p:ph type="title"/>
          </p:nvPr>
        </p:nvSpPr>
        <p:spPr>
          <a:xfrm rot="-5400000">
            <a:off x="-2130195" y="2452315"/>
            <a:ext cx="5143502" cy="238872"/>
          </a:xfrm>
          <a:prstGeom prst="rect">
            <a:avLst/>
          </a:prstGeom>
          <a:solidFill>
            <a:schemeClr val="accent1"/>
          </a:solidFill>
          <a:ln>
            <a:solidFill>
              <a:schemeClr val="accent1"/>
            </a:solidFill>
          </a:ln>
        </p:spPr>
        <p:txBody>
          <a:bodyPr spcFirstLastPara="1" wrap="square" lIns="180000" tIns="91425" rIns="504000" bIns="91425" anchor="ctr" anchorCtr="0">
            <a:noAutofit/>
          </a:bodyPr>
          <a:lstStyle/>
          <a:p>
            <a:pPr marL="0" lvl="0" indent="0" algn="r" rtl="0">
              <a:spcBef>
                <a:spcPts val="0"/>
              </a:spcBef>
              <a:spcAft>
                <a:spcPts val="0"/>
              </a:spcAft>
              <a:buNone/>
            </a:pPr>
            <a:r>
              <a:rPr lang="en-US" sz="1600" dirty="0"/>
              <a:t>SCOPE OF PROJECT </a:t>
            </a:r>
            <a:r>
              <a:rPr lang="en-US" dirty="0"/>
              <a:t>	</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3" name="Title 2">
            <a:extLst>
              <a:ext uri="{FF2B5EF4-FFF2-40B4-BE49-F238E27FC236}">
                <a16:creationId xmlns:a16="http://schemas.microsoft.com/office/drawing/2014/main" id="{E8B52A3C-A246-4CC3-BE92-07ACF4DC4CD4}"/>
              </a:ext>
            </a:extLst>
          </p:cNvPr>
          <p:cNvSpPr>
            <a:spLocks noGrp="1"/>
          </p:cNvSpPr>
          <p:nvPr>
            <p:ph type="title"/>
          </p:nvPr>
        </p:nvSpPr>
        <p:spPr/>
        <p:txBody>
          <a:bodyPr/>
          <a:lstStyle/>
          <a:p>
            <a:r>
              <a:rPr lang="en-US" sz="1600" dirty="0"/>
              <a:t>SCOPE OF PROJECT</a:t>
            </a:r>
            <a:endParaRPr lang="en-IN" sz="1600" dirty="0"/>
          </a:p>
        </p:txBody>
      </p:sp>
      <p:sp>
        <p:nvSpPr>
          <p:cNvPr id="9" name="TextBox 8">
            <a:extLst>
              <a:ext uri="{FF2B5EF4-FFF2-40B4-BE49-F238E27FC236}">
                <a16:creationId xmlns:a16="http://schemas.microsoft.com/office/drawing/2014/main" id="{F0BAB077-1F0A-A138-915A-14A535368598}"/>
              </a:ext>
            </a:extLst>
          </p:cNvPr>
          <p:cNvSpPr txBox="1"/>
          <p:nvPr/>
        </p:nvSpPr>
        <p:spPr>
          <a:xfrm>
            <a:off x="1089764" y="701458"/>
            <a:ext cx="5749448" cy="2246769"/>
          </a:xfrm>
          <a:prstGeom prst="rect">
            <a:avLst/>
          </a:prstGeom>
          <a:noFill/>
        </p:spPr>
        <p:txBody>
          <a:bodyPr wrap="square">
            <a:spAutoFit/>
          </a:bodyPr>
          <a:lstStyle/>
          <a:p>
            <a:r>
              <a:rPr lang="en-US" dirty="0">
                <a:latin typeface="Raleway" pitchFamily="2" charset="0"/>
              </a:rPr>
              <a:t>The application will be able to classify the following disease:</a:t>
            </a:r>
          </a:p>
          <a:p>
            <a:endParaRPr lang="en-US" dirty="0">
              <a:latin typeface="Raleway" pitchFamily="2" charset="0"/>
            </a:endParaRPr>
          </a:p>
          <a:p>
            <a:pPr marL="285750" indent="-285750">
              <a:buFont typeface="Arial" panose="020B0604020202020204" pitchFamily="34" charset="0"/>
              <a:buChar char="•"/>
            </a:pPr>
            <a:r>
              <a:rPr lang="en-IN" b="0" i="0" dirty="0">
                <a:solidFill>
                  <a:srgbClr val="3C4043"/>
                </a:solidFill>
                <a:effectLst/>
                <a:latin typeface="Raleway" pitchFamily="2" charset="0"/>
              </a:rPr>
              <a:t>Bacterial Infections- cellulitis</a:t>
            </a:r>
          </a:p>
          <a:p>
            <a:pPr marL="285750" indent="-285750">
              <a:buFont typeface="Arial" panose="020B0604020202020204" pitchFamily="34" charset="0"/>
              <a:buChar char="•"/>
            </a:pPr>
            <a:r>
              <a:rPr lang="en-IN" b="0" i="0" dirty="0">
                <a:solidFill>
                  <a:srgbClr val="3C4043"/>
                </a:solidFill>
                <a:effectLst/>
                <a:latin typeface="Raleway" pitchFamily="2" charset="0"/>
              </a:rPr>
              <a:t>Bacterial Infections- impetigo</a:t>
            </a:r>
          </a:p>
          <a:p>
            <a:pPr marL="285750" indent="-285750">
              <a:buFont typeface="Arial" panose="020B0604020202020204" pitchFamily="34" charset="0"/>
              <a:buChar char="•"/>
            </a:pPr>
            <a:r>
              <a:rPr lang="en-IN" b="0" i="0" dirty="0">
                <a:solidFill>
                  <a:srgbClr val="3C4043"/>
                </a:solidFill>
                <a:effectLst/>
                <a:latin typeface="Raleway" pitchFamily="2" charset="0"/>
              </a:rPr>
              <a:t>Fungal Infections - athlete –foot</a:t>
            </a:r>
          </a:p>
          <a:p>
            <a:pPr marL="285750" indent="-285750">
              <a:buFont typeface="Arial" panose="020B0604020202020204" pitchFamily="34" charset="0"/>
              <a:buChar char="•"/>
            </a:pPr>
            <a:r>
              <a:rPr lang="en-IN" b="0" i="0" dirty="0">
                <a:solidFill>
                  <a:srgbClr val="3C4043"/>
                </a:solidFill>
                <a:effectLst/>
                <a:latin typeface="Raleway" pitchFamily="2" charset="0"/>
              </a:rPr>
              <a:t>Fungal Infections - nail-fungus</a:t>
            </a:r>
          </a:p>
          <a:p>
            <a:pPr marL="285750" indent="-285750">
              <a:buFont typeface="Arial" panose="020B0604020202020204" pitchFamily="34" charset="0"/>
              <a:buChar char="•"/>
            </a:pPr>
            <a:r>
              <a:rPr lang="en-IN" b="0" i="0" dirty="0">
                <a:solidFill>
                  <a:srgbClr val="3C4043"/>
                </a:solidFill>
                <a:effectLst/>
                <a:latin typeface="Raleway" pitchFamily="2" charset="0"/>
              </a:rPr>
              <a:t>Fungal Infections – ringworm</a:t>
            </a:r>
          </a:p>
          <a:p>
            <a:pPr marL="285750" indent="-285750">
              <a:buFont typeface="Arial" panose="020B0604020202020204" pitchFamily="34" charset="0"/>
              <a:buChar char="•"/>
            </a:pPr>
            <a:r>
              <a:rPr lang="en-IN" b="0" i="0" dirty="0">
                <a:solidFill>
                  <a:srgbClr val="3C4043"/>
                </a:solidFill>
                <a:effectLst/>
                <a:latin typeface="Raleway" pitchFamily="2" charset="0"/>
              </a:rPr>
              <a:t>Parasitic Infections - cutaneous-larva-</a:t>
            </a:r>
            <a:r>
              <a:rPr lang="en-IN" b="0" i="0" dirty="0" err="1">
                <a:solidFill>
                  <a:srgbClr val="3C4043"/>
                </a:solidFill>
                <a:effectLst/>
                <a:latin typeface="Raleway" pitchFamily="2" charset="0"/>
              </a:rPr>
              <a:t>migrans</a:t>
            </a:r>
            <a:endParaRPr lang="en-IN" b="0" i="0" dirty="0">
              <a:solidFill>
                <a:srgbClr val="3C4043"/>
              </a:solidFill>
              <a:effectLst/>
              <a:latin typeface="Raleway" pitchFamily="2" charset="0"/>
            </a:endParaRPr>
          </a:p>
          <a:p>
            <a:pPr marL="285750" indent="-285750">
              <a:buFont typeface="Arial" panose="020B0604020202020204" pitchFamily="34" charset="0"/>
              <a:buChar char="•"/>
            </a:pPr>
            <a:r>
              <a:rPr lang="en-IN" b="0" i="0" dirty="0">
                <a:solidFill>
                  <a:srgbClr val="3C4043"/>
                </a:solidFill>
                <a:effectLst/>
                <a:latin typeface="Raleway" pitchFamily="2" charset="0"/>
              </a:rPr>
              <a:t>Viral skin infections – chickenpox</a:t>
            </a:r>
          </a:p>
          <a:p>
            <a:pPr marL="285750" indent="-285750">
              <a:buFont typeface="Arial" panose="020B0604020202020204" pitchFamily="34" charset="0"/>
              <a:buChar char="•"/>
            </a:pPr>
            <a:r>
              <a:rPr lang="en-IN" b="0" i="0" dirty="0">
                <a:solidFill>
                  <a:srgbClr val="3C4043"/>
                </a:solidFill>
                <a:effectLst/>
                <a:latin typeface="Raleway" pitchFamily="2" charset="0"/>
              </a:rPr>
              <a:t>Viral skin infections - shingles</a:t>
            </a:r>
            <a:endParaRPr lang="en-US" dirty="0">
              <a:latin typeface="Raleway" pitchFamily="2"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5"/>
          <p:cNvSpPr/>
          <p:nvPr/>
        </p:nvSpPr>
        <p:spPr>
          <a:xfrm>
            <a:off x="1547900" y="1076500"/>
            <a:ext cx="7596000" cy="2887800"/>
          </a:xfrm>
          <a:prstGeom prst="rect">
            <a:avLst/>
          </a:prstGeom>
          <a:solidFill>
            <a:srgbClr val="CADC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5"/>
          <p:cNvSpPr txBox="1">
            <a:spLocks noGrp="1"/>
          </p:cNvSpPr>
          <p:nvPr>
            <p:ph type="title"/>
          </p:nvPr>
        </p:nvSpPr>
        <p:spPr>
          <a:xfrm>
            <a:off x="5521500" y="2426200"/>
            <a:ext cx="4959000" cy="644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solidFill>
                  <a:srgbClr val="FFFFFF"/>
                </a:solidFill>
              </a:rPr>
              <a:t>TOOLS AND TECHNOLOGY</a:t>
            </a:r>
            <a:endParaRPr dirty="0">
              <a:solidFill>
                <a:srgbClr val="FFFFFF"/>
              </a:solidFill>
            </a:endParaRPr>
          </a:p>
        </p:txBody>
      </p:sp>
      <p:sp>
        <p:nvSpPr>
          <p:cNvPr id="181" name="Google Shape;181;p25"/>
          <p:cNvSpPr txBox="1">
            <a:spLocks noGrp="1"/>
          </p:cNvSpPr>
          <p:nvPr>
            <p:ph type="subTitle" idx="1"/>
          </p:nvPr>
        </p:nvSpPr>
        <p:spPr>
          <a:xfrm>
            <a:off x="5521500" y="2854825"/>
            <a:ext cx="3888600" cy="469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dirty="0">
              <a:solidFill>
                <a:srgbClr val="FFFFFF"/>
              </a:solidFill>
            </a:endParaRPr>
          </a:p>
        </p:txBody>
      </p:sp>
      <p:sp>
        <p:nvSpPr>
          <p:cNvPr id="182" name="Google Shape;182;p25"/>
          <p:cNvSpPr txBox="1">
            <a:spLocks noGrp="1"/>
          </p:cNvSpPr>
          <p:nvPr>
            <p:ph type="title" idx="2"/>
          </p:nvPr>
        </p:nvSpPr>
        <p:spPr>
          <a:xfrm>
            <a:off x="5521500" y="2210575"/>
            <a:ext cx="1654200" cy="35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rgbClr val="FFFFFF"/>
                </a:solidFill>
              </a:rPr>
              <a:t>04</a:t>
            </a:r>
            <a:endParaRPr dirty="0">
              <a:solidFill>
                <a:srgbClr val="FFFFFF"/>
              </a:solidFill>
            </a:endParaRPr>
          </a:p>
        </p:txBody>
      </p:sp>
      <p:pic>
        <p:nvPicPr>
          <p:cNvPr id="183" name="Google Shape;183;p25"/>
          <p:cNvPicPr preferRelativeResize="0"/>
          <p:nvPr/>
        </p:nvPicPr>
        <p:blipFill rotWithShape="1">
          <a:blip r:embed="rId3">
            <a:alphaModFix/>
          </a:blip>
          <a:srcRect l="16964"/>
          <a:stretch/>
        </p:blipFill>
        <p:spPr>
          <a:xfrm>
            <a:off x="970800" y="1191400"/>
            <a:ext cx="3319425" cy="2647450"/>
          </a:xfrm>
          <a:prstGeom prst="rect">
            <a:avLst/>
          </a:prstGeom>
          <a:noFill/>
          <a:ln>
            <a:noFill/>
          </a:ln>
        </p:spPr>
      </p:pic>
    </p:spTree>
    <p:extLst>
      <p:ext uri="{BB962C8B-B14F-4D97-AF65-F5344CB8AC3E}">
        <p14:creationId xmlns:p14="http://schemas.microsoft.com/office/powerpoint/2010/main" val="54124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6" name="Google Shape;456;p37"/>
          <p:cNvSpPr/>
          <p:nvPr/>
        </p:nvSpPr>
        <p:spPr>
          <a:xfrm>
            <a:off x="1039412" y="1299113"/>
            <a:ext cx="2409987" cy="2775900"/>
          </a:xfrm>
          <a:prstGeom prst="rect">
            <a:avLst/>
          </a:prstGeom>
          <a:noFill/>
          <a:ln w="19050" cap="flat" cmpd="sng">
            <a:solidFill>
              <a:srgbClr val="CADC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7"/>
          <p:cNvSpPr txBox="1">
            <a:spLocks noGrp="1"/>
          </p:cNvSpPr>
          <p:nvPr>
            <p:ph type="title"/>
          </p:nvPr>
        </p:nvSpPr>
        <p:spPr>
          <a:xfrm rot="-5400000">
            <a:off x="-1703750" y="2544750"/>
            <a:ext cx="4302300" cy="2064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sz="1600" dirty="0"/>
              <a:t>TOOLS AND TECHNOLOGY</a:t>
            </a:r>
            <a:endParaRPr sz="1600" dirty="0"/>
          </a:p>
        </p:txBody>
      </p:sp>
      <p:grpSp>
        <p:nvGrpSpPr>
          <p:cNvPr id="458" name="Google Shape;458;p37"/>
          <p:cNvGrpSpPr/>
          <p:nvPr/>
        </p:nvGrpSpPr>
        <p:grpSpPr>
          <a:xfrm>
            <a:off x="1365626" y="1052704"/>
            <a:ext cx="2024032" cy="451144"/>
            <a:chOff x="3515000" y="3112625"/>
            <a:chExt cx="282025" cy="67650"/>
          </a:xfrm>
        </p:grpSpPr>
        <p:sp>
          <p:nvSpPr>
            <p:cNvPr id="459" name="Google Shape;459;p37"/>
            <p:cNvSpPr/>
            <p:nvPr/>
          </p:nvSpPr>
          <p:spPr>
            <a:xfrm>
              <a:off x="3515000" y="3112625"/>
              <a:ext cx="282025" cy="67650"/>
            </a:xfrm>
            <a:custGeom>
              <a:avLst/>
              <a:gdLst/>
              <a:ahLst/>
              <a:cxnLst/>
              <a:rect l="l" t="t" r="r" b="b"/>
              <a:pathLst>
                <a:path w="11281" h="2706" extrusionOk="0">
                  <a:moveTo>
                    <a:pt x="1349" y="0"/>
                  </a:moveTo>
                  <a:cubicBezTo>
                    <a:pt x="606" y="0"/>
                    <a:pt x="0" y="606"/>
                    <a:pt x="0" y="1356"/>
                  </a:cubicBezTo>
                  <a:cubicBezTo>
                    <a:pt x="0" y="2099"/>
                    <a:pt x="606" y="2705"/>
                    <a:pt x="1349" y="2705"/>
                  </a:cubicBezTo>
                  <a:lnTo>
                    <a:pt x="9924" y="2705"/>
                  </a:lnTo>
                  <a:cubicBezTo>
                    <a:pt x="10674" y="2705"/>
                    <a:pt x="11280" y="2099"/>
                    <a:pt x="11280" y="1356"/>
                  </a:cubicBezTo>
                  <a:cubicBezTo>
                    <a:pt x="11280" y="606"/>
                    <a:pt x="10674" y="0"/>
                    <a:pt x="9924" y="0"/>
                  </a:cubicBezTo>
                  <a:close/>
                </a:path>
              </a:pathLst>
            </a:custGeom>
            <a:solidFill>
              <a:srgbClr val="CADC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0" name="Google Shape;460;p37"/>
            <p:cNvSpPr/>
            <p:nvPr/>
          </p:nvSpPr>
          <p:spPr>
            <a:xfrm>
              <a:off x="3521850" y="3118313"/>
              <a:ext cx="56275" cy="56275"/>
            </a:xfrm>
            <a:custGeom>
              <a:avLst/>
              <a:gdLst/>
              <a:ahLst/>
              <a:cxnLst/>
              <a:rect l="l" t="t" r="r" b="b"/>
              <a:pathLst>
                <a:path w="2251" h="2251" extrusionOk="0">
                  <a:moveTo>
                    <a:pt x="1125" y="1"/>
                  </a:moveTo>
                  <a:cubicBezTo>
                    <a:pt x="505" y="1"/>
                    <a:pt x="0" y="506"/>
                    <a:pt x="0" y="1126"/>
                  </a:cubicBezTo>
                  <a:cubicBezTo>
                    <a:pt x="0" y="1746"/>
                    <a:pt x="505" y="2251"/>
                    <a:pt x="1125" y="2251"/>
                  </a:cubicBezTo>
                  <a:cubicBezTo>
                    <a:pt x="1745" y="2251"/>
                    <a:pt x="2250" y="1746"/>
                    <a:pt x="2250" y="1126"/>
                  </a:cubicBezTo>
                  <a:cubicBezTo>
                    <a:pt x="2250" y="506"/>
                    <a:pt x="1745" y="1"/>
                    <a:pt x="1125" y="1"/>
                  </a:cubicBezTo>
                  <a:close/>
                </a:path>
              </a:pathLst>
            </a:custGeom>
            <a:solidFill>
              <a:srgbClr val="FD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62" name="Google Shape;462;p37"/>
          <p:cNvSpPr txBox="1">
            <a:spLocks noGrp="1"/>
          </p:cNvSpPr>
          <p:nvPr>
            <p:ph type="title" idx="4294967295"/>
          </p:nvPr>
        </p:nvSpPr>
        <p:spPr>
          <a:xfrm>
            <a:off x="1805227" y="1156843"/>
            <a:ext cx="1602900" cy="23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800" dirty="0"/>
              <a:t>HARDWARE REQUIREMENTS</a:t>
            </a:r>
            <a:endParaRPr sz="800" dirty="0"/>
          </a:p>
        </p:txBody>
      </p:sp>
      <p:sp>
        <p:nvSpPr>
          <p:cNvPr id="463" name="Google Shape;463;p37"/>
          <p:cNvSpPr txBox="1">
            <a:spLocks noGrp="1"/>
          </p:cNvSpPr>
          <p:nvPr>
            <p:ph type="body" idx="1"/>
          </p:nvPr>
        </p:nvSpPr>
        <p:spPr>
          <a:xfrm>
            <a:off x="971999" y="1634228"/>
            <a:ext cx="2477400" cy="2775900"/>
          </a:xfrm>
          <a:prstGeom prst="rect">
            <a:avLst/>
          </a:prstGeom>
        </p:spPr>
        <p:txBody>
          <a:bodyPr spcFirstLastPara="1" wrap="square" lIns="91425" tIns="91425" rIns="91425" bIns="91425" anchor="t" anchorCtr="0">
            <a:noAutofit/>
          </a:bodyPr>
          <a:lstStyle/>
          <a:p>
            <a:pPr marL="457200" lvl="0" indent="-285750" algn="l" rtl="0">
              <a:spcBef>
                <a:spcPts val="0"/>
              </a:spcBef>
              <a:spcAft>
                <a:spcPts val="600"/>
              </a:spcAft>
              <a:buClr>
                <a:schemeClr val="accent1"/>
              </a:buClr>
              <a:buSzPts val="900"/>
              <a:buChar char="●"/>
            </a:pPr>
            <a:r>
              <a:rPr lang="en-US" sz="1400" dirty="0">
                <a:solidFill>
                  <a:schemeClr val="dk1"/>
                </a:solidFill>
              </a:rPr>
              <a:t>Processor: Pentium IV or above </a:t>
            </a:r>
          </a:p>
          <a:p>
            <a:pPr marL="457200" lvl="0" indent="-285750" algn="l" rtl="0">
              <a:lnSpc>
                <a:spcPct val="150000"/>
              </a:lnSpc>
              <a:spcBef>
                <a:spcPts val="0"/>
              </a:spcBef>
              <a:spcAft>
                <a:spcPts val="600"/>
              </a:spcAft>
              <a:buClr>
                <a:schemeClr val="accent1"/>
              </a:buClr>
              <a:buSzPts val="900"/>
              <a:buChar char="●"/>
            </a:pPr>
            <a:r>
              <a:rPr lang="en-US" sz="1400" dirty="0">
                <a:solidFill>
                  <a:schemeClr val="dk1"/>
                </a:solidFill>
              </a:rPr>
              <a:t>RAM: 8GB  </a:t>
            </a:r>
          </a:p>
          <a:p>
            <a:pPr marL="457200" lvl="0" indent="-285750" algn="l" rtl="0">
              <a:lnSpc>
                <a:spcPct val="100000"/>
              </a:lnSpc>
              <a:spcBef>
                <a:spcPts val="0"/>
              </a:spcBef>
              <a:spcAft>
                <a:spcPts val="0"/>
              </a:spcAft>
              <a:buClr>
                <a:schemeClr val="accent1"/>
              </a:buClr>
              <a:buSzPts val="900"/>
              <a:buChar char="●"/>
            </a:pPr>
            <a:r>
              <a:rPr lang="en-US" sz="1400" dirty="0">
                <a:solidFill>
                  <a:schemeClr val="dk1"/>
                </a:solidFill>
              </a:rPr>
              <a:t>Hard disk:  1TB </a:t>
            </a:r>
            <a:endParaRPr lang="en-IN" sz="1400" dirty="0">
              <a:solidFill>
                <a:schemeClr val="dk1"/>
              </a:solidFill>
            </a:endParaRPr>
          </a:p>
        </p:txBody>
      </p:sp>
      <p:cxnSp>
        <p:nvCxnSpPr>
          <p:cNvPr id="470" name="Google Shape;470;p37"/>
          <p:cNvCxnSpPr/>
          <p:nvPr/>
        </p:nvCxnSpPr>
        <p:spPr>
          <a:xfrm>
            <a:off x="1925991" y="4395788"/>
            <a:ext cx="5979900" cy="0"/>
          </a:xfrm>
          <a:prstGeom prst="straightConnector1">
            <a:avLst/>
          </a:prstGeom>
          <a:noFill/>
          <a:ln w="9525" cap="flat" cmpd="sng">
            <a:solidFill>
              <a:srgbClr val="CADCDC"/>
            </a:solidFill>
            <a:prstDash val="dot"/>
            <a:round/>
            <a:headEnd type="none" w="med" len="med"/>
            <a:tailEnd type="none" w="med" len="med"/>
          </a:ln>
        </p:spPr>
      </p:cxnSp>
      <p:cxnSp>
        <p:nvCxnSpPr>
          <p:cNvPr id="471" name="Google Shape;471;p37"/>
          <p:cNvCxnSpPr/>
          <p:nvPr/>
        </p:nvCxnSpPr>
        <p:spPr>
          <a:xfrm>
            <a:off x="1925991" y="747713"/>
            <a:ext cx="5979900" cy="0"/>
          </a:xfrm>
          <a:prstGeom prst="straightConnector1">
            <a:avLst/>
          </a:prstGeom>
          <a:noFill/>
          <a:ln w="9525" cap="flat" cmpd="sng">
            <a:solidFill>
              <a:srgbClr val="CADCDC"/>
            </a:solidFill>
            <a:prstDash val="dot"/>
            <a:round/>
            <a:headEnd type="none" w="med" len="med"/>
            <a:tailEnd type="none" w="med" len="med"/>
          </a:ln>
        </p:spPr>
      </p:cxnSp>
      <p:sp>
        <p:nvSpPr>
          <p:cNvPr id="21" name="Google Shape;456;p37">
            <a:extLst>
              <a:ext uri="{FF2B5EF4-FFF2-40B4-BE49-F238E27FC236}">
                <a16:creationId xmlns:a16="http://schemas.microsoft.com/office/drawing/2014/main" id="{3966E4C3-68DF-4E24-9EE1-C6C0B776D207}"/>
              </a:ext>
            </a:extLst>
          </p:cNvPr>
          <p:cNvSpPr/>
          <p:nvPr/>
        </p:nvSpPr>
        <p:spPr>
          <a:xfrm>
            <a:off x="3710947" y="1299113"/>
            <a:ext cx="2409987" cy="2775900"/>
          </a:xfrm>
          <a:prstGeom prst="rect">
            <a:avLst/>
          </a:prstGeom>
          <a:noFill/>
          <a:ln w="19050" cap="flat" cmpd="sng">
            <a:solidFill>
              <a:srgbClr val="CADC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63;p37">
            <a:extLst>
              <a:ext uri="{FF2B5EF4-FFF2-40B4-BE49-F238E27FC236}">
                <a16:creationId xmlns:a16="http://schemas.microsoft.com/office/drawing/2014/main" id="{490DFA73-3C03-4F45-9DEC-EC53EB4169AE}"/>
              </a:ext>
            </a:extLst>
          </p:cNvPr>
          <p:cNvSpPr txBox="1">
            <a:spLocks/>
          </p:cNvSpPr>
          <p:nvPr/>
        </p:nvSpPr>
        <p:spPr>
          <a:xfrm>
            <a:off x="3643534" y="1619887"/>
            <a:ext cx="2477400" cy="2775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85750" algn="l" rtl="0">
              <a:lnSpc>
                <a:spcPct val="115000"/>
              </a:lnSpc>
              <a:spcBef>
                <a:spcPts val="0"/>
              </a:spcBef>
              <a:spcAft>
                <a:spcPts val="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1pPr>
            <a:lvl2pPr marL="914400" marR="0" lvl="1" indent="-285750" algn="l" rtl="0">
              <a:lnSpc>
                <a:spcPct val="115000"/>
              </a:lnSpc>
              <a:spcBef>
                <a:spcPts val="1600"/>
              </a:spcBef>
              <a:spcAft>
                <a:spcPts val="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2pPr>
            <a:lvl3pPr marL="1371600" marR="0" lvl="2" indent="-285750" algn="l" rtl="0">
              <a:lnSpc>
                <a:spcPct val="115000"/>
              </a:lnSpc>
              <a:spcBef>
                <a:spcPts val="1600"/>
              </a:spcBef>
              <a:spcAft>
                <a:spcPts val="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3pPr>
            <a:lvl4pPr marL="1828800" marR="0" lvl="3" indent="-285750" algn="l" rtl="0">
              <a:lnSpc>
                <a:spcPct val="115000"/>
              </a:lnSpc>
              <a:spcBef>
                <a:spcPts val="1600"/>
              </a:spcBef>
              <a:spcAft>
                <a:spcPts val="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4pPr>
            <a:lvl5pPr marL="2286000" marR="0" lvl="4" indent="-285750" algn="l" rtl="0">
              <a:lnSpc>
                <a:spcPct val="115000"/>
              </a:lnSpc>
              <a:spcBef>
                <a:spcPts val="1600"/>
              </a:spcBef>
              <a:spcAft>
                <a:spcPts val="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5pPr>
            <a:lvl6pPr marL="2743200" marR="0" lvl="5" indent="-285750" algn="l" rtl="0">
              <a:lnSpc>
                <a:spcPct val="115000"/>
              </a:lnSpc>
              <a:spcBef>
                <a:spcPts val="1600"/>
              </a:spcBef>
              <a:spcAft>
                <a:spcPts val="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6pPr>
            <a:lvl7pPr marL="3200400" marR="0" lvl="6" indent="-285750" algn="l" rtl="0">
              <a:lnSpc>
                <a:spcPct val="115000"/>
              </a:lnSpc>
              <a:spcBef>
                <a:spcPts val="1600"/>
              </a:spcBef>
              <a:spcAft>
                <a:spcPts val="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7pPr>
            <a:lvl8pPr marL="3657600" marR="0" lvl="7" indent="-285750" algn="l" rtl="0">
              <a:lnSpc>
                <a:spcPct val="115000"/>
              </a:lnSpc>
              <a:spcBef>
                <a:spcPts val="1600"/>
              </a:spcBef>
              <a:spcAft>
                <a:spcPts val="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8pPr>
            <a:lvl9pPr marL="4114800" marR="0" lvl="8" indent="-285750" algn="l" rtl="0">
              <a:lnSpc>
                <a:spcPct val="115000"/>
              </a:lnSpc>
              <a:spcBef>
                <a:spcPts val="1600"/>
              </a:spcBef>
              <a:spcAft>
                <a:spcPts val="160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9pPr>
          </a:lstStyle>
          <a:p>
            <a:pPr>
              <a:spcAft>
                <a:spcPts val="600"/>
              </a:spcAft>
              <a:buClr>
                <a:srgbClr val="CADCDC"/>
              </a:buClr>
            </a:pPr>
            <a:r>
              <a:rPr lang="en-US" sz="1400" dirty="0">
                <a:solidFill>
                  <a:schemeClr val="dk1"/>
                </a:solidFill>
              </a:rPr>
              <a:t>Frontend: </a:t>
            </a:r>
            <a:r>
              <a:rPr lang="en-US" sz="1400" dirty="0" err="1">
                <a:solidFill>
                  <a:schemeClr val="dk1"/>
                </a:solidFill>
              </a:rPr>
              <a:t>reactJS,CSS</a:t>
            </a:r>
            <a:r>
              <a:rPr lang="en-US" sz="1400" dirty="0">
                <a:solidFill>
                  <a:schemeClr val="dk1"/>
                </a:solidFill>
              </a:rPr>
              <a:t>/HTML </a:t>
            </a:r>
          </a:p>
          <a:p>
            <a:pPr>
              <a:lnSpc>
                <a:spcPct val="150000"/>
              </a:lnSpc>
              <a:spcAft>
                <a:spcPts val="600"/>
              </a:spcAft>
              <a:buClr>
                <a:srgbClr val="CADCDC"/>
              </a:buClr>
            </a:pPr>
            <a:r>
              <a:rPr lang="en-US" sz="1400" dirty="0">
                <a:solidFill>
                  <a:schemeClr val="dk1"/>
                </a:solidFill>
              </a:rPr>
              <a:t>Backend: Python, Machine Learning Model</a:t>
            </a:r>
          </a:p>
          <a:p>
            <a:pPr>
              <a:lnSpc>
                <a:spcPct val="150000"/>
              </a:lnSpc>
              <a:spcAft>
                <a:spcPts val="600"/>
              </a:spcAft>
              <a:buClr>
                <a:srgbClr val="CADCDC"/>
              </a:buClr>
            </a:pPr>
            <a:r>
              <a:rPr lang="en-US" sz="1400" dirty="0">
                <a:solidFill>
                  <a:schemeClr val="dk1"/>
                </a:solidFill>
              </a:rPr>
              <a:t>Operating system:  windows </a:t>
            </a:r>
          </a:p>
          <a:p>
            <a:pPr>
              <a:buClr>
                <a:srgbClr val="CADCDC"/>
              </a:buClr>
            </a:pPr>
            <a:endParaRPr lang="en-US" sz="1400" dirty="0">
              <a:solidFill>
                <a:schemeClr val="dk1"/>
              </a:solidFill>
            </a:endParaRPr>
          </a:p>
        </p:txBody>
      </p:sp>
      <p:grpSp>
        <p:nvGrpSpPr>
          <p:cNvPr id="23" name="Google Shape;458;p37">
            <a:extLst>
              <a:ext uri="{FF2B5EF4-FFF2-40B4-BE49-F238E27FC236}">
                <a16:creationId xmlns:a16="http://schemas.microsoft.com/office/drawing/2014/main" id="{F39FE153-C4C1-46FF-B829-FC2892DBE9F2}"/>
              </a:ext>
            </a:extLst>
          </p:cNvPr>
          <p:cNvGrpSpPr/>
          <p:nvPr/>
        </p:nvGrpSpPr>
        <p:grpSpPr>
          <a:xfrm>
            <a:off x="4069388" y="1052704"/>
            <a:ext cx="2024032" cy="451144"/>
            <a:chOff x="3515000" y="3112625"/>
            <a:chExt cx="282025" cy="67650"/>
          </a:xfrm>
        </p:grpSpPr>
        <p:sp>
          <p:nvSpPr>
            <p:cNvPr id="24" name="Google Shape;459;p37">
              <a:extLst>
                <a:ext uri="{FF2B5EF4-FFF2-40B4-BE49-F238E27FC236}">
                  <a16:creationId xmlns:a16="http://schemas.microsoft.com/office/drawing/2014/main" id="{5CEB5F8B-F8BC-4B80-A446-2CD31A9F2FC5}"/>
                </a:ext>
              </a:extLst>
            </p:cNvPr>
            <p:cNvSpPr/>
            <p:nvPr/>
          </p:nvSpPr>
          <p:spPr>
            <a:xfrm>
              <a:off x="3515000" y="3112625"/>
              <a:ext cx="282025" cy="67650"/>
            </a:xfrm>
            <a:custGeom>
              <a:avLst/>
              <a:gdLst/>
              <a:ahLst/>
              <a:cxnLst/>
              <a:rect l="l" t="t" r="r" b="b"/>
              <a:pathLst>
                <a:path w="11281" h="2706" extrusionOk="0">
                  <a:moveTo>
                    <a:pt x="1349" y="0"/>
                  </a:moveTo>
                  <a:cubicBezTo>
                    <a:pt x="606" y="0"/>
                    <a:pt x="0" y="606"/>
                    <a:pt x="0" y="1356"/>
                  </a:cubicBezTo>
                  <a:cubicBezTo>
                    <a:pt x="0" y="2099"/>
                    <a:pt x="606" y="2705"/>
                    <a:pt x="1349" y="2705"/>
                  </a:cubicBezTo>
                  <a:lnTo>
                    <a:pt x="9924" y="2705"/>
                  </a:lnTo>
                  <a:cubicBezTo>
                    <a:pt x="10674" y="2705"/>
                    <a:pt x="11280" y="2099"/>
                    <a:pt x="11280" y="1356"/>
                  </a:cubicBezTo>
                  <a:cubicBezTo>
                    <a:pt x="11280" y="606"/>
                    <a:pt x="10674" y="0"/>
                    <a:pt x="9924" y="0"/>
                  </a:cubicBezTo>
                  <a:close/>
                </a:path>
              </a:pathLst>
            </a:custGeom>
            <a:solidFill>
              <a:srgbClr val="CADC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60;p37">
              <a:extLst>
                <a:ext uri="{FF2B5EF4-FFF2-40B4-BE49-F238E27FC236}">
                  <a16:creationId xmlns:a16="http://schemas.microsoft.com/office/drawing/2014/main" id="{E16BB058-4BA6-41DD-9139-64E39DEFA4F5}"/>
                </a:ext>
              </a:extLst>
            </p:cNvPr>
            <p:cNvSpPr/>
            <p:nvPr/>
          </p:nvSpPr>
          <p:spPr>
            <a:xfrm>
              <a:off x="3521850" y="3118313"/>
              <a:ext cx="56275" cy="56275"/>
            </a:xfrm>
            <a:custGeom>
              <a:avLst/>
              <a:gdLst/>
              <a:ahLst/>
              <a:cxnLst/>
              <a:rect l="l" t="t" r="r" b="b"/>
              <a:pathLst>
                <a:path w="2251" h="2251" extrusionOk="0">
                  <a:moveTo>
                    <a:pt x="1125" y="1"/>
                  </a:moveTo>
                  <a:cubicBezTo>
                    <a:pt x="505" y="1"/>
                    <a:pt x="0" y="506"/>
                    <a:pt x="0" y="1126"/>
                  </a:cubicBezTo>
                  <a:cubicBezTo>
                    <a:pt x="0" y="1746"/>
                    <a:pt x="505" y="2251"/>
                    <a:pt x="1125" y="2251"/>
                  </a:cubicBezTo>
                  <a:cubicBezTo>
                    <a:pt x="1745" y="2251"/>
                    <a:pt x="2250" y="1746"/>
                    <a:pt x="2250" y="1126"/>
                  </a:cubicBezTo>
                  <a:cubicBezTo>
                    <a:pt x="2250" y="506"/>
                    <a:pt x="1745" y="1"/>
                    <a:pt x="1125" y="1"/>
                  </a:cubicBezTo>
                  <a:close/>
                </a:path>
              </a:pathLst>
            </a:custGeom>
            <a:solidFill>
              <a:srgbClr val="FD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456;p37">
            <a:extLst>
              <a:ext uri="{FF2B5EF4-FFF2-40B4-BE49-F238E27FC236}">
                <a16:creationId xmlns:a16="http://schemas.microsoft.com/office/drawing/2014/main" id="{A95AC075-5DB5-41A4-ABB2-9BDB0BB929E8}"/>
              </a:ext>
            </a:extLst>
          </p:cNvPr>
          <p:cNvSpPr/>
          <p:nvPr/>
        </p:nvSpPr>
        <p:spPr>
          <a:xfrm>
            <a:off x="6442224" y="1288182"/>
            <a:ext cx="2409987" cy="2775900"/>
          </a:xfrm>
          <a:prstGeom prst="rect">
            <a:avLst/>
          </a:prstGeom>
          <a:noFill/>
          <a:ln w="19050" cap="flat" cmpd="sng">
            <a:solidFill>
              <a:srgbClr val="CADC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458;p37">
            <a:extLst>
              <a:ext uri="{FF2B5EF4-FFF2-40B4-BE49-F238E27FC236}">
                <a16:creationId xmlns:a16="http://schemas.microsoft.com/office/drawing/2014/main" id="{AFA31E2F-D458-41ED-B342-9636352F9910}"/>
              </a:ext>
            </a:extLst>
          </p:cNvPr>
          <p:cNvGrpSpPr/>
          <p:nvPr/>
        </p:nvGrpSpPr>
        <p:grpSpPr>
          <a:xfrm>
            <a:off x="6837962" y="1048271"/>
            <a:ext cx="1961838" cy="451144"/>
            <a:chOff x="3515000" y="3112625"/>
            <a:chExt cx="282025" cy="67650"/>
          </a:xfrm>
        </p:grpSpPr>
        <p:sp>
          <p:nvSpPr>
            <p:cNvPr id="28" name="Google Shape;459;p37">
              <a:extLst>
                <a:ext uri="{FF2B5EF4-FFF2-40B4-BE49-F238E27FC236}">
                  <a16:creationId xmlns:a16="http://schemas.microsoft.com/office/drawing/2014/main" id="{604BDFC6-5453-4685-982D-4D271392EE24}"/>
                </a:ext>
              </a:extLst>
            </p:cNvPr>
            <p:cNvSpPr/>
            <p:nvPr/>
          </p:nvSpPr>
          <p:spPr>
            <a:xfrm>
              <a:off x="3515000" y="3112625"/>
              <a:ext cx="282025" cy="67650"/>
            </a:xfrm>
            <a:custGeom>
              <a:avLst/>
              <a:gdLst/>
              <a:ahLst/>
              <a:cxnLst/>
              <a:rect l="l" t="t" r="r" b="b"/>
              <a:pathLst>
                <a:path w="11281" h="2706" extrusionOk="0">
                  <a:moveTo>
                    <a:pt x="1349" y="0"/>
                  </a:moveTo>
                  <a:cubicBezTo>
                    <a:pt x="606" y="0"/>
                    <a:pt x="0" y="606"/>
                    <a:pt x="0" y="1356"/>
                  </a:cubicBezTo>
                  <a:cubicBezTo>
                    <a:pt x="0" y="2099"/>
                    <a:pt x="606" y="2705"/>
                    <a:pt x="1349" y="2705"/>
                  </a:cubicBezTo>
                  <a:lnTo>
                    <a:pt x="9924" y="2705"/>
                  </a:lnTo>
                  <a:cubicBezTo>
                    <a:pt x="10674" y="2705"/>
                    <a:pt x="11280" y="2099"/>
                    <a:pt x="11280" y="1356"/>
                  </a:cubicBezTo>
                  <a:cubicBezTo>
                    <a:pt x="11280" y="606"/>
                    <a:pt x="10674" y="0"/>
                    <a:pt x="9924" y="0"/>
                  </a:cubicBezTo>
                  <a:close/>
                </a:path>
              </a:pathLst>
            </a:custGeom>
            <a:solidFill>
              <a:srgbClr val="CADC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60;p37">
              <a:extLst>
                <a:ext uri="{FF2B5EF4-FFF2-40B4-BE49-F238E27FC236}">
                  <a16:creationId xmlns:a16="http://schemas.microsoft.com/office/drawing/2014/main" id="{9B771974-C4B0-47FF-843C-46D3EF91547E}"/>
                </a:ext>
              </a:extLst>
            </p:cNvPr>
            <p:cNvSpPr/>
            <p:nvPr/>
          </p:nvSpPr>
          <p:spPr>
            <a:xfrm>
              <a:off x="3521850" y="3118313"/>
              <a:ext cx="56275" cy="56275"/>
            </a:xfrm>
            <a:custGeom>
              <a:avLst/>
              <a:gdLst/>
              <a:ahLst/>
              <a:cxnLst/>
              <a:rect l="l" t="t" r="r" b="b"/>
              <a:pathLst>
                <a:path w="2251" h="2251" extrusionOk="0">
                  <a:moveTo>
                    <a:pt x="1125" y="1"/>
                  </a:moveTo>
                  <a:cubicBezTo>
                    <a:pt x="505" y="1"/>
                    <a:pt x="0" y="506"/>
                    <a:pt x="0" y="1126"/>
                  </a:cubicBezTo>
                  <a:cubicBezTo>
                    <a:pt x="0" y="1746"/>
                    <a:pt x="505" y="2251"/>
                    <a:pt x="1125" y="2251"/>
                  </a:cubicBezTo>
                  <a:cubicBezTo>
                    <a:pt x="1745" y="2251"/>
                    <a:pt x="2250" y="1746"/>
                    <a:pt x="2250" y="1126"/>
                  </a:cubicBezTo>
                  <a:cubicBezTo>
                    <a:pt x="2250" y="506"/>
                    <a:pt x="1745" y="1"/>
                    <a:pt x="1125" y="1"/>
                  </a:cubicBezTo>
                  <a:close/>
                </a:path>
              </a:pathLst>
            </a:custGeom>
            <a:solidFill>
              <a:srgbClr val="FD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30" name="Google Shape;463;p37">
            <a:extLst>
              <a:ext uri="{FF2B5EF4-FFF2-40B4-BE49-F238E27FC236}">
                <a16:creationId xmlns:a16="http://schemas.microsoft.com/office/drawing/2014/main" id="{E35ED0DD-4B16-43B1-AE9E-C49163F5C981}"/>
              </a:ext>
            </a:extLst>
          </p:cNvPr>
          <p:cNvSpPr txBox="1">
            <a:spLocks/>
          </p:cNvSpPr>
          <p:nvPr/>
        </p:nvSpPr>
        <p:spPr>
          <a:xfrm>
            <a:off x="6374811" y="1605549"/>
            <a:ext cx="2477400" cy="2775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85750" algn="l" rtl="0">
              <a:lnSpc>
                <a:spcPct val="115000"/>
              </a:lnSpc>
              <a:spcBef>
                <a:spcPts val="0"/>
              </a:spcBef>
              <a:spcAft>
                <a:spcPts val="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1pPr>
            <a:lvl2pPr marL="914400" marR="0" lvl="1" indent="-285750" algn="l" rtl="0">
              <a:lnSpc>
                <a:spcPct val="115000"/>
              </a:lnSpc>
              <a:spcBef>
                <a:spcPts val="1600"/>
              </a:spcBef>
              <a:spcAft>
                <a:spcPts val="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2pPr>
            <a:lvl3pPr marL="1371600" marR="0" lvl="2" indent="-285750" algn="l" rtl="0">
              <a:lnSpc>
                <a:spcPct val="115000"/>
              </a:lnSpc>
              <a:spcBef>
                <a:spcPts val="1600"/>
              </a:spcBef>
              <a:spcAft>
                <a:spcPts val="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3pPr>
            <a:lvl4pPr marL="1828800" marR="0" lvl="3" indent="-285750" algn="l" rtl="0">
              <a:lnSpc>
                <a:spcPct val="115000"/>
              </a:lnSpc>
              <a:spcBef>
                <a:spcPts val="1600"/>
              </a:spcBef>
              <a:spcAft>
                <a:spcPts val="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4pPr>
            <a:lvl5pPr marL="2286000" marR="0" lvl="4" indent="-285750" algn="l" rtl="0">
              <a:lnSpc>
                <a:spcPct val="115000"/>
              </a:lnSpc>
              <a:spcBef>
                <a:spcPts val="1600"/>
              </a:spcBef>
              <a:spcAft>
                <a:spcPts val="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5pPr>
            <a:lvl6pPr marL="2743200" marR="0" lvl="5" indent="-285750" algn="l" rtl="0">
              <a:lnSpc>
                <a:spcPct val="115000"/>
              </a:lnSpc>
              <a:spcBef>
                <a:spcPts val="1600"/>
              </a:spcBef>
              <a:spcAft>
                <a:spcPts val="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6pPr>
            <a:lvl7pPr marL="3200400" marR="0" lvl="6" indent="-285750" algn="l" rtl="0">
              <a:lnSpc>
                <a:spcPct val="115000"/>
              </a:lnSpc>
              <a:spcBef>
                <a:spcPts val="1600"/>
              </a:spcBef>
              <a:spcAft>
                <a:spcPts val="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7pPr>
            <a:lvl8pPr marL="3657600" marR="0" lvl="7" indent="-285750" algn="l" rtl="0">
              <a:lnSpc>
                <a:spcPct val="115000"/>
              </a:lnSpc>
              <a:spcBef>
                <a:spcPts val="1600"/>
              </a:spcBef>
              <a:spcAft>
                <a:spcPts val="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8pPr>
            <a:lvl9pPr marL="4114800" marR="0" lvl="8" indent="-285750" algn="l" rtl="0">
              <a:lnSpc>
                <a:spcPct val="115000"/>
              </a:lnSpc>
              <a:spcBef>
                <a:spcPts val="1600"/>
              </a:spcBef>
              <a:spcAft>
                <a:spcPts val="160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9pPr>
          </a:lstStyle>
          <a:p>
            <a:pPr>
              <a:spcAft>
                <a:spcPts val="600"/>
              </a:spcAft>
              <a:buClr>
                <a:srgbClr val="CADCDC"/>
              </a:buClr>
            </a:pPr>
            <a:r>
              <a:rPr lang="en-US" sz="1400" dirty="0">
                <a:solidFill>
                  <a:schemeClr val="dk1"/>
                </a:solidFill>
              </a:rPr>
              <a:t>Platform: Windows 10, 7 </a:t>
            </a:r>
          </a:p>
          <a:p>
            <a:pPr>
              <a:spcAft>
                <a:spcPts val="600"/>
              </a:spcAft>
              <a:buClr>
                <a:srgbClr val="CADCDC"/>
              </a:buClr>
            </a:pPr>
            <a:r>
              <a:rPr lang="en-US" sz="1400" dirty="0">
                <a:solidFill>
                  <a:schemeClr val="dk1"/>
                </a:solidFill>
              </a:rPr>
              <a:t>Tools: </a:t>
            </a:r>
            <a:r>
              <a:rPr lang="en-US" sz="1400" dirty="0" err="1">
                <a:solidFill>
                  <a:schemeClr val="dk1"/>
                </a:solidFill>
              </a:rPr>
              <a:t>Pycharm</a:t>
            </a:r>
            <a:r>
              <a:rPr lang="en-US" sz="1400" dirty="0">
                <a:solidFill>
                  <a:schemeClr val="dk1"/>
                </a:solidFill>
              </a:rPr>
              <a:t>, </a:t>
            </a:r>
            <a:r>
              <a:rPr lang="en-US" sz="1400" dirty="0" err="1">
                <a:solidFill>
                  <a:schemeClr val="dk1"/>
                </a:solidFill>
              </a:rPr>
              <a:t>Jupyter</a:t>
            </a:r>
            <a:r>
              <a:rPr lang="en-US" sz="1400" dirty="0">
                <a:solidFill>
                  <a:schemeClr val="dk1"/>
                </a:solidFill>
              </a:rPr>
              <a:t> Notebook</a:t>
            </a:r>
          </a:p>
        </p:txBody>
      </p:sp>
      <p:sp>
        <p:nvSpPr>
          <p:cNvPr id="31" name="Google Shape;462;p37">
            <a:extLst>
              <a:ext uri="{FF2B5EF4-FFF2-40B4-BE49-F238E27FC236}">
                <a16:creationId xmlns:a16="http://schemas.microsoft.com/office/drawing/2014/main" id="{80F5DD1B-1F12-4350-9ED3-6E256790FD9B}"/>
              </a:ext>
            </a:extLst>
          </p:cNvPr>
          <p:cNvSpPr txBox="1">
            <a:spLocks/>
          </p:cNvSpPr>
          <p:nvPr/>
        </p:nvSpPr>
        <p:spPr>
          <a:xfrm>
            <a:off x="4526722" y="1156843"/>
            <a:ext cx="1602900" cy="2361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2400"/>
              <a:buFont typeface="Raleway"/>
              <a:buNone/>
              <a:defRPr sz="2400" b="0" i="0" u="none" strike="noStrike" cap="none">
                <a:solidFill>
                  <a:srgbClr val="000000"/>
                </a:solidFill>
                <a:latin typeface="Raleway"/>
                <a:ea typeface="Raleway"/>
                <a:cs typeface="Raleway"/>
                <a:sym typeface="Raleway"/>
              </a:defRPr>
            </a:lvl1pPr>
            <a:lvl2pPr marR="0" lvl="1"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2pPr>
            <a:lvl3pPr marR="0" lvl="2"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3pPr>
            <a:lvl4pPr marR="0" lvl="3"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4pPr>
            <a:lvl5pPr marR="0" lvl="4"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5pPr>
            <a:lvl6pPr marR="0" lvl="5"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6pPr>
            <a:lvl7pPr marR="0" lvl="6"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7pPr>
            <a:lvl8pPr marR="0" lvl="7"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8pPr>
            <a:lvl9pPr marR="0" lvl="8"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9pPr>
          </a:lstStyle>
          <a:p>
            <a:r>
              <a:rPr lang="en-IN" sz="800" dirty="0"/>
              <a:t>SOFTWARE REQUIREMENTS</a:t>
            </a:r>
          </a:p>
        </p:txBody>
      </p:sp>
      <p:sp>
        <p:nvSpPr>
          <p:cNvPr id="32" name="Google Shape;462;p37">
            <a:extLst>
              <a:ext uri="{FF2B5EF4-FFF2-40B4-BE49-F238E27FC236}">
                <a16:creationId xmlns:a16="http://schemas.microsoft.com/office/drawing/2014/main" id="{F93ED929-373B-462D-AE73-816CB6FC6214}"/>
              </a:ext>
            </a:extLst>
          </p:cNvPr>
          <p:cNvSpPr txBox="1">
            <a:spLocks/>
          </p:cNvSpPr>
          <p:nvPr/>
        </p:nvSpPr>
        <p:spPr>
          <a:xfrm>
            <a:off x="7249311" y="1156843"/>
            <a:ext cx="1602900" cy="2361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2400"/>
              <a:buFont typeface="Raleway"/>
              <a:buNone/>
              <a:defRPr sz="2400" b="0" i="0" u="none" strike="noStrike" cap="none">
                <a:solidFill>
                  <a:srgbClr val="000000"/>
                </a:solidFill>
                <a:latin typeface="Raleway"/>
                <a:ea typeface="Raleway"/>
                <a:cs typeface="Raleway"/>
                <a:sym typeface="Raleway"/>
              </a:defRPr>
            </a:lvl1pPr>
            <a:lvl2pPr marR="0" lvl="1"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2pPr>
            <a:lvl3pPr marR="0" lvl="2"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3pPr>
            <a:lvl4pPr marR="0" lvl="3"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4pPr>
            <a:lvl5pPr marR="0" lvl="4"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5pPr>
            <a:lvl6pPr marR="0" lvl="5"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6pPr>
            <a:lvl7pPr marR="0" lvl="6"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7pPr>
            <a:lvl8pPr marR="0" lvl="7"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8pPr>
            <a:lvl9pPr marR="0" lvl="8"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9pPr>
          </a:lstStyle>
          <a:p>
            <a:r>
              <a:rPr lang="en-US" sz="800" dirty="0"/>
              <a:t>TOOLS/TECHNOLOGY USED</a:t>
            </a:r>
            <a:endParaRPr lang="en-IN" sz="800" dirty="0"/>
          </a:p>
        </p:txBody>
      </p:sp>
      <p:grpSp>
        <p:nvGrpSpPr>
          <p:cNvPr id="33" name="Google Shape;3966;p49">
            <a:extLst>
              <a:ext uri="{FF2B5EF4-FFF2-40B4-BE49-F238E27FC236}">
                <a16:creationId xmlns:a16="http://schemas.microsoft.com/office/drawing/2014/main" id="{ED7FE09B-52AD-4206-82C2-22DD093361F4}"/>
              </a:ext>
            </a:extLst>
          </p:cNvPr>
          <p:cNvGrpSpPr/>
          <p:nvPr/>
        </p:nvGrpSpPr>
        <p:grpSpPr>
          <a:xfrm>
            <a:off x="1465581" y="1162954"/>
            <a:ext cx="273393" cy="272318"/>
            <a:chOff x="1958520" y="2302574"/>
            <a:chExt cx="359213" cy="327807"/>
          </a:xfrm>
          <a:solidFill>
            <a:schemeClr val="tx1"/>
          </a:solidFill>
        </p:grpSpPr>
        <p:sp>
          <p:nvSpPr>
            <p:cNvPr id="34" name="Google Shape;3967;p49">
              <a:extLst>
                <a:ext uri="{FF2B5EF4-FFF2-40B4-BE49-F238E27FC236}">
                  <a16:creationId xmlns:a16="http://schemas.microsoft.com/office/drawing/2014/main" id="{B611363A-49C8-452D-AE32-D0CC4E7C5ADC}"/>
                </a:ext>
              </a:extLst>
            </p:cNvPr>
            <p:cNvSpPr/>
            <p:nvPr/>
          </p:nvSpPr>
          <p:spPr>
            <a:xfrm>
              <a:off x="1958520" y="2302574"/>
              <a:ext cx="359213" cy="327807"/>
            </a:xfrm>
            <a:custGeom>
              <a:avLst/>
              <a:gdLst/>
              <a:ahLst/>
              <a:cxnLst/>
              <a:rect l="l" t="t" r="r" b="b"/>
              <a:pathLst>
                <a:path w="11312" h="10323" extrusionOk="0">
                  <a:moveTo>
                    <a:pt x="7168" y="8132"/>
                  </a:moveTo>
                  <a:lnTo>
                    <a:pt x="7501" y="9204"/>
                  </a:lnTo>
                  <a:lnTo>
                    <a:pt x="3799" y="9204"/>
                  </a:lnTo>
                  <a:lnTo>
                    <a:pt x="4120" y="8132"/>
                  </a:lnTo>
                  <a:close/>
                  <a:moveTo>
                    <a:pt x="8466" y="9537"/>
                  </a:moveTo>
                  <a:cubicBezTo>
                    <a:pt x="8597" y="9537"/>
                    <a:pt x="8704" y="9656"/>
                    <a:pt x="8704" y="9775"/>
                  </a:cubicBezTo>
                  <a:cubicBezTo>
                    <a:pt x="8704" y="9906"/>
                    <a:pt x="8597" y="10013"/>
                    <a:pt x="8466" y="10013"/>
                  </a:cubicBezTo>
                  <a:lnTo>
                    <a:pt x="2810" y="10013"/>
                  </a:lnTo>
                  <a:cubicBezTo>
                    <a:pt x="2679" y="10013"/>
                    <a:pt x="2572" y="9906"/>
                    <a:pt x="2572" y="9775"/>
                  </a:cubicBezTo>
                  <a:cubicBezTo>
                    <a:pt x="2572" y="9644"/>
                    <a:pt x="2679" y="9537"/>
                    <a:pt x="2810" y="9537"/>
                  </a:cubicBezTo>
                  <a:close/>
                  <a:moveTo>
                    <a:pt x="1072" y="0"/>
                  </a:moveTo>
                  <a:cubicBezTo>
                    <a:pt x="477" y="0"/>
                    <a:pt x="0" y="476"/>
                    <a:pt x="0" y="1072"/>
                  </a:cubicBezTo>
                  <a:lnTo>
                    <a:pt x="0" y="7049"/>
                  </a:lnTo>
                  <a:cubicBezTo>
                    <a:pt x="0" y="7644"/>
                    <a:pt x="477" y="8120"/>
                    <a:pt x="1072" y="8120"/>
                  </a:cubicBezTo>
                  <a:lnTo>
                    <a:pt x="3763" y="8120"/>
                  </a:lnTo>
                  <a:lnTo>
                    <a:pt x="3441" y="9192"/>
                  </a:lnTo>
                  <a:lnTo>
                    <a:pt x="2822" y="9192"/>
                  </a:lnTo>
                  <a:cubicBezTo>
                    <a:pt x="2513" y="9192"/>
                    <a:pt x="2263" y="9442"/>
                    <a:pt x="2263" y="9751"/>
                  </a:cubicBezTo>
                  <a:cubicBezTo>
                    <a:pt x="2263" y="10073"/>
                    <a:pt x="2513" y="10323"/>
                    <a:pt x="2822" y="10323"/>
                  </a:cubicBezTo>
                  <a:lnTo>
                    <a:pt x="8478" y="10323"/>
                  </a:lnTo>
                  <a:cubicBezTo>
                    <a:pt x="8799" y="10323"/>
                    <a:pt x="9049" y="10073"/>
                    <a:pt x="9049" y="9751"/>
                  </a:cubicBezTo>
                  <a:cubicBezTo>
                    <a:pt x="9049" y="9442"/>
                    <a:pt x="8799" y="9192"/>
                    <a:pt x="8478" y="9192"/>
                  </a:cubicBezTo>
                  <a:lnTo>
                    <a:pt x="7870" y="9192"/>
                  </a:lnTo>
                  <a:lnTo>
                    <a:pt x="7549" y="8120"/>
                  </a:lnTo>
                  <a:lnTo>
                    <a:pt x="10240" y="8120"/>
                  </a:lnTo>
                  <a:cubicBezTo>
                    <a:pt x="10835" y="8120"/>
                    <a:pt x="11311" y="7644"/>
                    <a:pt x="11311" y="7049"/>
                  </a:cubicBezTo>
                  <a:lnTo>
                    <a:pt x="11311" y="1072"/>
                  </a:lnTo>
                  <a:cubicBezTo>
                    <a:pt x="11299" y="488"/>
                    <a:pt x="10823" y="0"/>
                    <a:pt x="10228" y="0"/>
                  </a:cubicBezTo>
                  <a:lnTo>
                    <a:pt x="2786" y="0"/>
                  </a:lnTo>
                  <a:cubicBezTo>
                    <a:pt x="2691" y="0"/>
                    <a:pt x="2620" y="72"/>
                    <a:pt x="2620" y="155"/>
                  </a:cubicBezTo>
                  <a:cubicBezTo>
                    <a:pt x="2620" y="250"/>
                    <a:pt x="2691" y="322"/>
                    <a:pt x="2786" y="322"/>
                  </a:cubicBezTo>
                  <a:lnTo>
                    <a:pt x="10228" y="322"/>
                  </a:lnTo>
                  <a:cubicBezTo>
                    <a:pt x="10621" y="322"/>
                    <a:pt x="10966" y="655"/>
                    <a:pt x="10966" y="1072"/>
                  </a:cubicBezTo>
                  <a:lnTo>
                    <a:pt x="10966" y="7049"/>
                  </a:lnTo>
                  <a:cubicBezTo>
                    <a:pt x="10966" y="7453"/>
                    <a:pt x="10645" y="7799"/>
                    <a:pt x="10228" y="7799"/>
                  </a:cubicBezTo>
                  <a:lnTo>
                    <a:pt x="1072" y="7799"/>
                  </a:lnTo>
                  <a:cubicBezTo>
                    <a:pt x="667" y="7799"/>
                    <a:pt x="322" y="7465"/>
                    <a:pt x="322" y="7049"/>
                  </a:cubicBezTo>
                  <a:lnTo>
                    <a:pt x="322" y="1072"/>
                  </a:lnTo>
                  <a:cubicBezTo>
                    <a:pt x="322" y="667"/>
                    <a:pt x="655" y="322"/>
                    <a:pt x="1072" y="322"/>
                  </a:cubicBezTo>
                  <a:lnTo>
                    <a:pt x="2108" y="322"/>
                  </a:lnTo>
                  <a:cubicBezTo>
                    <a:pt x="2203" y="322"/>
                    <a:pt x="2275" y="250"/>
                    <a:pt x="2275" y="155"/>
                  </a:cubicBezTo>
                  <a:cubicBezTo>
                    <a:pt x="2275" y="72"/>
                    <a:pt x="2203" y="0"/>
                    <a:pt x="210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968;p49">
              <a:extLst>
                <a:ext uri="{FF2B5EF4-FFF2-40B4-BE49-F238E27FC236}">
                  <a16:creationId xmlns:a16="http://schemas.microsoft.com/office/drawing/2014/main" id="{97038188-15C3-4DA5-B65C-B477910F73DA}"/>
                </a:ext>
              </a:extLst>
            </p:cNvPr>
            <p:cNvSpPr/>
            <p:nvPr/>
          </p:nvSpPr>
          <p:spPr>
            <a:xfrm>
              <a:off x="1986877" y="2331313"/>
              <a:ext cx="302117" cy="184909"/>
            </a:xfrm>
            <a:custGeom>
              <a:avLst/>
              <a:gdLst/>
              <a:ahLst/>
              <a:cxnLst/>
              <a:rect l="l" t="t" r="r" b="b"/>
              <a:pathLst>
                <a:path w="9514" h="5823" extrusionOk="0">
                  <a:moveTo>
                    <a:pt x="179" y="0"/>
                  </a:moveTo>
                  <a:cubicBezTo>
                    <a:pt x="72" y="0"/>
                    <a:pt x="0" y="71"/>
                    <a:pt x="0" y="179"/>
                  </a:cubicBezTo>
                  <a:lnTo>
                    <a:pt x="0" y="5656"/>
                  </a:lnTo>
                  <a:cubicBezTo>
                    <a:pt x="0" y="5739"/>
                    <a:pt x="72" y="5822"/>
                    <a:pt x="167" y="5822"/>
                  </a:cubicBezTo>
                  <a:lnTo>
                    <a:pt x="9347" y="5822"/>
                  </a:lnTo>
                  <a:cubicBezTo>
                    <a:pt x="9430" y="5822"/>
                    <a:pt x="9513" y="5739"/>
                    <a:pt x="9513" y="5656"/>
                  </a:cubicBezTo>
                  <a:lnTo>
                    <a:pt x="9513" y="5072"/>
                  </a:lnTo>
                  <a:cubicBezTo>
                    <a:pt x="9513" y="4989"/>
                    <a:pt x="9430" y="4905"/>
                    <a:pt x="9347" y="4905"/>
                  </a:cubicBezTo>
                  <a:cubicBezTo>
                    <a:pt x="9252" y="4905"/>
                    <a:pt x="9180" y="4989"/>
                    <a:pt x="9180" y="5072"/>
                  </a:cubicBezTo>
                  <a:lnTo>
                    <a:pt x="9180" y="5489"/>
                  </a:lnTo>
                  <a:lnTo>
                    <a:pt x="346" y="5489"/>
                  </a:lnTo>
                  <a:lnTo>
                    <a:pt x="346" y="345"/>
                  </a:lnTo>
                  <a:lnTo>
                    <a:pt x="9180" y="345"/>
                  </a:lnTo>
                  <a:lnTo>
                    <a:pt x="9180" y="4405"/>
                  </a:lnTo>
                  <a:cubicBezTo>
                    <a:pt x="9168" y="4489"/>
                    <a:pt x="9240" y="4572"/>
                    <a:pt x="9347" y="4572"/>
                  </a:cubicBezTo>
                  <a:cubicBezTo>
                    <a:pt x="9430" y="4572"/>
                    <a:pt x="9513" y="4489"/>
                    <a:pt x="9513" y="4405"/>
                  </a:cubicBezTo>
                  <a:lnTo>
                    <a:pt x="9513" y="179"/>
                  </a:lnTo>
                  <a:cubicBezTo>
                    <a:pt x="9513" y="71"/>
                    <a:pt x="9430" y="0"/>
                    <a:pt x="933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969;p49">
              <a:extLst>
                <a:ext uri="{FF2B5EF4-FFF2-40B4-BE49-F238E27FC236}">
                  <a16:creationId xmlns:a16="http://schemas.microsoft.com/office/drawing/2014/main" id="{7A586212-DDD8-4A09-A357-C635BA8D41F2}"/>
                </a:ext>
              </a:extLst>
            </p:cNvPr>
            <p:cNvSpPr/>
            <p:nvPr/>
          </p:nvSpPr>
          <p:spPr>
            <a:xfrm>
              <a:off x="2131521" y="2526701"/>
              <a:ext cx="11908" cy="10638"/>
            </a:xfrm>
            <a:custGeom>
              <a:avLst/>
              <a:gdLst/>
              <a:ahLst/>
              <a:cxnLst/>
              <a:rect l="l" t="t" r="r" b="b"/>
              <a:pathLst>
                <a:path w="375" h="335" extrusionOk="0">
                  <a:moveTo>
                    <a:pt x="176" y="0"/>
                  </a:moveTo>
                  <a:cubicBezTo>
                    <a:pt x="167" y="0"/>
                    <a:pt x="158" y="1"/>
                    <a:pt x="148" y="3"/>
                  </a:cubicBezTo>
                  <a:cubicBezTo>
                    <a:pt x="77" y="26"/>
                    <a:pt x="17" y="86"/>
                    <a:pt x="17" y="157"/>
                  </a:cubicBezTo>
                  <a:cubicBezTo>
                    <a:pt x="1" y="258"/>
                    <a:pt x="95" y="334"/>
                    <a:pt x="186" y="334"/>
                  </a:cubicBezTo>
                  <a:cubicBezTo>
                    <a:pt x="225" y="334"/>
                    <a:pt x="263" y="320"/>
                    <a:pt x="291" y="288"/>
                  </a:cubicBezTo>
                  <a:cubicBezTo>
                    <a:pt x="375" y="229"/>
                    <a:pt x="375" y="145"/>
                    <a:pt x="327" y="86"/>
                  </a:cubicBezTo>
                  <a:cubicBezTo>
                    <a:pt x="296" y="34"/>
                    <a:pt x="238" y="0"/>
                    <a:pt x="17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 name="Google Shape;4028;p49">
            <a:extLst>
              <a:ext uri="{FF2B5EF4-FFF2-40B4-BE49-F238E27FC236}">
                <a16:creationId xmlns:a16="http://schemas.microsoft.com/office/drawing/2014/main" id="{6FCF11D8-7289-4222-BE13-486936470513}"/>
              </a:ext>
            </a:extLst>
          </p:cNvPr>
          <p:cNvGrpSpPr/>
          <p:nvPr/>
        </p:nvGrpSpPr>
        <p:grpSpPr>
          <a:xfrm>
            <a:off x="4173910" y="1145239"/>
            <a:ext cx="267880" cy="257208"/>
            <a:chOff x="2497275" y="2744159"/>
            <a:chExt cx="370930" cy="370549"/>
          </a:xfrm>
          <a:solidFill>
            <a:schemeClr val="tx1"/>
          </a:solidFill>
        </p:grpSpPr>
        <p:sp>
          <p:nvSpPr>
            <p:cNvPr id="38" name="Google Shape;4029;p49">
              <a:extLst>
                <a:ext uri="{FF2B5EF4-FFF2-40B4-BE49-F238E27FC236}">
                  <a16:creationId xmlns:a16="http://schemas.microsoft.com/office/drawing/2014/main" id="{74326799-03DB-46DC-B2FA-85699FAFFE63}"/>
                </a:ext>
              </a:extLst>
            </p:cNvPr>
            <p:cNvSpPr/>
            <p:nvPr/>
          </p:nvSpPr>
          <p:spPr>
            <a:xfrm>
              <a:off x="2497275" y="2744159"/>
              <a:ext cx="284366" cy="284747"/>
            </a:xfrm>
            <a:custGeom>
              <a:avLst/>
              <a:gdLst/>
              <a:ahLst/>
              <a:cxnLst/>
              <a:rect l="l" t="t" r="r" b="b"/>
              <a:pathLst>
                <a:path w="8955" h="8967" extrusionOk="0">
                  <a:moveTo>
                    <a:pt x="4204" y="1"/>
                  </a:moveTo>
                  <a:cubicBezTo>
                    <a:pt x="3942" y="1"/>
                    <a:pt x="3704" y="203"/>
                    <a:pt x="3644" y="465"/>
                  </a:cubicBezTo>
                  <a:lnTo>
                    <a:pt x="3466" y="1334"/>
                  </a:lnTo>
                  <a:cubicBezTo>
                    <a:pt x="3287" y="1394"/>
                    <a:pt x="3108" y="1465"/>
                    <a:pt x="2942" y="1537"/>
                  </a:cubicBezTo>
                  <a:lnTo>
                    <a:pt x="2215" y="1048"/>
                  </a:lnTo>
                  <a:cubicBezTo>
                    <a:pt x="2120" y="983"/>
                    <a:pt x="2009" y="952"/>
                    <a:pt x="1899" y="952"/>
                  </a:cubicBezTo>
                  <a:cubicBezTo>
                    <a:pt x="1749" y="952"/>
                    <a:pt x="1599" y="1010"/>
                    <a:pt x="1489" y="1120"/>
                  </a:cubicBezTo>
                  <a:lnTo>
                    <a:pt x="1108" y="1489"/>
                  </a:lnTo>
                  <a:cubicBezTo>
                    <a:pt x="918" y="1691"/>
                    <a:pt x="894" y="1989"/>
                    <a:pt x="1037" y="2227"/>
                  </a:cubicBezTo>
                  <a:lnTo>
                    <a:pt x="1525" y="2953"/>
                  </a:lnTo>
                  <a:cubicBezTo>
                    <a:pt x="1441" y="3120"/>
                    <a:pt x="1370" y="3287"/>
                    <a:pt x="1322" y="3465"/>
                  </a:cubicBezTo>
                  <a:lnTo>
                    <a:pt x="453" y="3644"/>
                  </a:lnTo>
                  <a:cubicBezTo>
                    <a:pt x="191" y="3703"/>
                    <a:pt x="1" y="3930"/>
                    <a:pt x="1" y="4215"/>
                  </a:cubicBezTo>
                  <a:lnTo>
                    <a:pt x="1" y="4751"/>
                  </a:lnTo>
                  <a:cubicBezTo>
                    <a:pt x="1" y="5025"/>
                    <a:pt x="191" y="5251"/>
                    <a:pt x="453" y="5323"/>
                  </a:cubicBezTo>
                  <a:lnTo>
                    <a:pt x="1322" y="5501"/>
                  </a:lnTo>
                  <a:cubicBezTo>
                    <a:pt x="1382" y="5668"/>
                    <a:pt x="1453" y="5847"/>
                    <a:pt x="1525" y="6013"/>
                  </a:cubicBezTo>
                  <a:lnTo>
                    <a:pt x="1037" y="6740"/>
                  </a:lnTo>
                  <a:cubicBezTo>
                    <a:pt x="894" y="6966"/>
                    <a:pt x="918" y="7287"/>
                    <a:pt x="1108" y="7478"/>
                  </a:cubicBezTo>
                  <a:lnTo>
                    <a:pt x="1489" y="7847"/>
                  </a:lnTo>
                  <a:cubicBezTo>
                    <a:pt x="1599" y="7957"/>
                    <a:pt x="1745" y="8015"/>
                    <a:pt x="1894" y="8015"/>
                  </a:cubicBezTo>
                  <a:cubicBezTo>
                    <a:pt x="2003" y="8015"/>
                    <a:pt x="2115" y="7984"/>
                    <a:pt x="2215" y="7918"/>
                  </a:cubicBezTo>
                  <a:lnTo>
                    <a:pt x="2942" y="7430"/>
                  </a:lnTo>
                  <a:cubicBezTo>
                    <a:pt x="3108" y="7513"/>
                    <a:pt x="3287" y="7597"/>
                    <a:pt x="3466" y="7633"/>
                  </a:cubicBezTo>
                  <a:lnTo>
                    <a:pt x="3644" y="8502"/>
                  </a:lnTo>
                  <a:cubicBezTo>
                    <a:pt x="3704" y="8764"/>
                    <a:pt x="3930" y="8966"/>
                    <a:pt x="4204" y="8966"/>
                  </a:cubicBezTo>
                  <a:lnTo>
                    <a:pt x="4740" y="8966"/>
                  </a:lnTo>
                  <a:cubicBezTo>
                    <a:pt x="5013" y="8966"/>
                    <a:pt x="5251" y="8764"/>
                    <a:pt x="5311" y="8502"/>
                  </a:cubicBezTo>
                  <a:lnTo>
                    <a:pt x="5490" y="7633"/>
                  </a:lnTo>
                  <a:cubicBezTo>
                    <a:pt x="5621" y="7597"/>
                    <a:pt x="5775" y="7537"/>
                    <a:pt x="5906" y="7478"/>
                  </a:cubicBezTo>
                  <a:cubicBezTo>
                    <a:pt x="6002" y="7442"/>
                    <a:pt x="6037" y="7323"/>
                    <a:pt x="6002" y="7240"/>
                  </a:cubicBezTo>
                  <a:cubicBezTo>
                    <a:pt x="5966" y="7169"/>
                    <a:pt x="5898" y="7131"/>
                    <a:pt x="5831" y="7131"/>
                  </a:cubicBezTo>
                  <a:cubicBezTo>
                    <a:pt x="5808" y="7131"/>
                    <a:pt x="5785" y="7135"/>
                    <a:pt x="5763" y="7144"/>
                  </a:cubicBezTo>
                  <a:cubicBezTo>
                    <a:pt x="5609" y="7228"/>
                    <a:pt x="5466" y="7287"/>
                    <a:pt x="5299" y="7323"/>
                  </a:cubicBezTo>
                  <a:cubicBezTo>
                    <a:pt x="5240" y="7347"/>
                    <a:pt x="5180" y="7406"/>
                    <a:pt x="5168" y="7454"/>
                  </a:cubicBezTo>
                  <a:lnTo>
                    <a:pt x="4966" y="8430"/>
                  </a:lnTo>
                  <a:cubicBezTo>
                    <a:pt x="4954" y="8514"/>
                    <a:pt x="4870" y="8597"/>
                    <a:pt x="4763" y="8597"/>
                  </a:cubicBezTo>
                  <a:lnTo>
                    <a:pt x="4228" y="8597"/>
                  </a:lnTo>
                  <a:cubicBezTo>
                    <a:pt x="4120" y="8597"/>
                    <a:pt x="4049" y="8514"/>
                    <a:pt x="4013" y="8430"/>
                  </a:cubicBezTo>
                  <a:lnTo>
                    <a:pt x="3823" y="7454"/>
                  </a:lnTo>
                  <a:cubicBezTo>
                    <a:pt x="3811" y="7383"/>
                    <a:pt x="3763" y="7335"/>
                    <a:pt x="3692" y="7323"/>
                  </a:cubicBezTo>
                  <a:cubicBezTo>
                    <a:pt x="3466" y="7263"/>
                    <a:pt x="3239" y="7180"/>
                    <a:pt x="3049" y="7061"/>
                  </a:cubicBezTo>
                  <a:cubicBezTo>
                    <a:pt x="3019" y="7043"/>
                    <a:pt x="2986" y="7034"/>
                    <a:pt x="2954" y="7034"/>
                  </a:cubicBezTo>
                  <a:cubicBezTo>
                    <a:pt x="2921" y="7034"/>
                    <a:pt x="2888" y="7043"/>
                    <a:pt x="2858" y="7061"/>
                  </a:cubicBezTo>
                  <a:lnTo>
                    <a:pt x="2037" y="7609"/>
                  </a:lnTo>
                  <a:cubicBezTo>
                    <a:pt x="2006" y="7634"/>
                    <a:pt x="1966" y="7647"/>
                    <a:pt x="1926" y="7647"/>
                  </a:cubicBezTo>
                  <a:cubicBezTo>
                    <a:pt x="1874" y="7647"/>
                    <a:pt x="1821" y="7625"/>
                    <a:pt x="1787" y="7585"/>
                  </a:cubicBezTo>
                  <a:lnTo>
                    <a:pt x="1418" y="7204"/>
                  </a:lnTo>
                  <a:cubicBezTo>
                    <a:pt x="1334" y="7132"/>
                    <a:pt x="1334" y="7025"/>
                    <a:pt x="1382" y="6954"/>
                  </a:cubicBezTo>
                  <a:lnTo>
                    <a:pt x="1930" y="6132"/>
                  </a:lnTo>
                  <a:cubicBezTo>
                    <a:pt x="1977" y="6073"/>
                    <a:pt x="1977" y="6001"/>
                    <a:pt x="1930" y="5942"/>
                  </a:cubicBezTo>
                  <a:cubicBezTo>
                    <a:pt x="1811" y="5739"/>
                    <a:pt x="1727" y="5525"/>
                    <a:pt x="1668" y="5299"/>
                  </a:cubicBezTo>
                  <a:cubicBezTo>
                    <a:pt x="1656" y="5239"/>
                    <a:pt x="1596" y="5180"/>
                    <a:pt x="1537" y="5168"/>
                  </a:cubicBezTo>
                  <a:lnTo>
                    <a:pt x="560" y="4977"/>
                  </a:lnTo>
                  <a:cubicBezTo>
                    <a:pt x="477" y="4954"/>
                    <a:pt x="406" y="4870"/>
                    <a:pt x="406" y="4763"/>
                  </a:cubicBezTo>
                  <a:lnTo>
                    <a:pt x="406" y="4227"/>
                  </a:lnTo>
                  <a:cubicBezTo>
                    <a:pt x="406" y="4132"/>
                    <a:pt x="477" y="4049"/>
                    <a:pt x="560" y="4025"/>
                  </a:cubicBezTo>
                  <a:lnTo>
                    <a:pt x="1537" y="3834"/>
                  </a:lnTo>
                  <a:cubicBezTo>
                    <a:pt x="1608" y="3811"/>
                    <a:pt x="1656" y="3775"/>
                    <a:pt x="1668" y="3692"/>
                  </a:cubicBezTo>
                  <a:cubicBezTo>
                    <a:pt x="1727" y="3477"/>
                    <a:pt x="1811" y="3251"/>
                    <a:pt x="1930" y="3061"/>
                  </a:cubicBezTo>
                  <a:cubicBezTo>
                    <a:pt x="1965" y="3001"/>
                    <a:pt x="1965" y="2918"/>
                    <a:pt x="1930" y="2858"/>
                  </a:cubicBezTo>
                  <a:lnTo>
                    <a:pt x="1382" y="2049"/>
                  </a:lnTo>
                  <a:cubicBezTo>
                    <a:pt x="1322" y="1965"/>
                    <a:pt x="1334" y="1846"/>
                    <a:pt x="1418" y="1787"/>
                  </a:cubicBezTo>
                  <a:lnTo>
                    <a:pt x="1787" y="1417"/>
                  </a:lnTo>
                  <a:cubicBezTo>
                    <a:pt x="1826" y="1378"/>
                    <a:pt x="1876" y="1360"/>
                    <a:pt x="1925" y="1360"/>
                  </a:cubicBezTo>
                  <a:cubicBezTo>
                    <a:pt x="1965" y="1360"/>
                    <a:pt x="2005" y="1372"/>
                    <a:pt x="2037" y="1394"/>
                  </a:cubicBezTo>
                  <a:lnTo>
                    <a:pt x="2858" y="1941"/>
                  </a:lnTo>
                  <a:cubicBezTo>
                    <a:pt x="2888" y="1965"/>
                    <a:pt x="2921" y="1977"/>
                    <a:pt x="2954" y="1977"/>
                  </a:cubicBezTo>
                  <a:cubicBezTo>
                    <a:pt x="2986" y="1977"/>
                    <a:pt x="3019" y="1965"/>
                    <a:pt x="3049" y="1941"/>
                  </a:cubicBezTo>
                  <a:cubicBezTo>
                    <a:pt x="3263" y="1822"/>
                    <a:pt x="3466" y="1727"/>
                    <a:pt x="3692" y="1668"/>
                  </a:cubicBezTo>
                  <a:cubicBezTo>
                    <a:pt x="3751" y="1656"/>
                    <a:pt x="3811" y="1596"/>
                    <a:pt x="3823" y="1537"/>
                  </a:cubicBezTo>
                  <a:lnTo>
                    <a:pt x="4013" y="572"/>
                  </a:lnTo>
                  <a:cubicBezTo>
                    <a:pt x="4037" y="477"/>
                    <a:pt x="4120" y="405"/>
                    <a:pt x="4228" y="405"/>
                  </a:cubicBezTo>
                  <a:lnTo>
                    <a:pt x="4763" y="405"/>
                  </a:lnTo>
                  <a:cubicBezTo>
                    <a:pt x="4870" y="405"/>
                    <a:pt x="4942" y="477"/>
                    <a:pt x="4966" y="572"/>
                  </a:cubicBezTo>
                  <a:lnTo>
                    <a:pt x="5168" y="1537"/>
                  </a:lnTo>
                  <a:cubicBezTo>
                    <a:pt x="5180" y="1608"/>
                    <a:pt x="5216" y="1656"/>
                    <a:pt x="5299" y="1668"/>
                  </a:cubicBezTo>
                  <a:cubicBezTo>
                    <a:pt x="5513" y="1727"/>
                    <a:pt x="5740" y="1822"/>
                    <a:pt x="5930" y="1941"/>
                  </a:cubicBezTo>
                  <a:cubicBezTo>
                    <a:pt x="5960" y="1953"/>
                    <a:pt x="5996" y="1959"/>
                    <a:pt x="6031" y="1959"/>
                  </a:cubicBezTo>
                  <a:cubicBezTo>
                    <a:pt x="6067" y="1959"/>
                    <a:pt x="6103" y="1953"/>
                    <a:pt x="6133" y="1941"/>
                  </a:cubicBezTo>
                  <a:lnTo>
                    <a:pt x="6942" y="1394"/>
                  </a:lnTo>
                  <a:cubicBezTo>
                    <a:pt x="6978" y="1368"/>
                    <a:pt x="7021" y="1356"/>
                    <a:pt x="7063" y="1356"/>
                  </a:cubicBezTo>
                  <a:cubicBezTo>
                    <a:pt x="7117" y="1356"/>
                    <a:pt x="7170" y="1377"/>
                    <a:pt x="7204" y="1417"/>
                  </a:cubicBezTo>
                  <a:lnTo>
                    <a:pt x="7573" y="1787"/>
                  </a:lnTo>
                  <a:cubicBezTo>
                    <a:pt x="7645" y="1870"/>
                    <a:pt x="7645" y="1965"/>
                    <a:pt x="7597" y="2049"/>
                  </a:cubicBezTo>
                  <a:lnTo>
                    <a:pt x="7049" y="2858"/>
                  </a:lnTo>
                  <a:cubicBezTo>
                    <a:pt x="7002" y="2918"/>
                    <a:pt x="7002" y="2989"/>
                    <a:pt x="7049" y="3061"/>
                  </a:cubicBezTo>
                  <a:cubicBezTo>
                    <a:pt x="7168" y="3263"/>
                    <a:pt x="7264" y="3477"/>
                    <a:pt x="7323" y="3692"/>
                  </a:cubicBezTo>
                  <a:cubicBezTo>
                    <a:pt x="7335" y="3751"/>
                    <a:pt x="7395" y="3811"/>
                    <a:pt x="7454" y="3834"/>
                  </a:cubicBezTo>
                  <a:lnTo>
                    <a:pt x="8419" y="4025"/>
                  </a:lnTo>
                  <a:cubicBezTo>
                    <a:pt x="8514" y="4037"/>
                    <a:pt x="8585" y="4132"/>
                    <a:pt x="8585" y="4227"/>
                  </a:cubicBezTo>
                  <a:lnTo>
                    <a:pt x="8585" y="4763"/>
                  </a:lnTo>
                  <a:cubicBezTo>
                    <a:pt x="8585" y="4870"/>
                    <a:pt x="8514" y="4942"/>
                    <a:pt x="8419" y="4977"/>
                  </a:cubicBezTo>
                  <a:lnTo>
                    <a:pt x="7454" y="5168"/>
                  </a:lnTo>
                  <a:cubicBezTo>
                    <a:pt x="7383" y="5180"/>
                    <a:pt x="7335" y="5227"/>
                    <a:pt x="7323" y="5299"/>
                  </a:cubicBezTo>
                  <a:cubicBezTo>
                    <a:pt x="7276" y="5466"/>
                    <a:pt x="7216" y="5632"/>
                    <a:pt x="7145" y="5775"/>
                  </a:cubicBezTo>
                  <a:cubicBezTo>
                    <a:pt x="7097" y="5870"/>
                    <a:pt x="7145" y="5966"/>
                    <a:pt x="7228" y="6013"/>
                  </a:cubicBezTo>
                  <a:cubicBezTo>
                    <a:pt x="7254" y="6026"/>
                    <a:pt x="7280" y="6032"/>
                    <a:pt x="7305" y="6032"/>
                  </a:cubicBezTo>
                  <a:cubicBezTo>
                    <a:pt x="7372" y="6032"/>
                    <a:pt x="7431" y="5991"/>
                    <a:pt x="7466" y="5930"/>
                  </a:cubicBezTo>
                  <a:cubicBezTo>
                    <a:pt x="7526" y="5799"/>
                    <a:pt x="7585" y="5644"/>
                    <a:pt x="7633" y="5501"/>
                  </a:cubicBezTo>
                  <a:lnTo>
                    <a:pt x="8490" y="5323"/>
                  </a:lnTo>
                  <a:cubicBezTo>
                    <a:pt x="8764" y="5263"/>
                    <a:pt x="8954" y="5037"/>
                    <a:pt x="8954" y="4751"/>
                  </a:cubicBezTo>
                  <a:lnTo>
                    <a:pt x="8954" y="4215"/>
                  </a:lnTo>
                  <a:cubicBezTo>
                    <a:pt x="8954" y="3942"/>
                    <a:pt x="8764" y="3715"/>
                    <a:pt x="8490" y="3644"/>
                  </a:cubicBezTo>
                  <a:lnTo>
                    <a:pt x="7633" y="3465"/>
                  </a:lnTo>
                  <a:cubicBezTo>
                    <a:pt x="7573" y="3287"/>
                    <a:pt x="7502" y="3120"/>
                    <a:pt x="7418" y="2953"/>
                  </a:cubicBezTo>
                  <a:lnTo>
                    <a:pt x="7918" y="2227"/>
                  </a:lnTo>
                  <a:cubicBezTo>
                    <a:pt x="8061" y="2001"/>
                    <a:pt x="8038" y="1679"/>
                    <a:pt x="7835" y="1489"/>
                  </a:cubicBezTo>
                  <a:lnTo>
                    <a:pt x="7466" y="1120"/>
                  </a:lnTo>
                  <a:cubicBezTo>
                    <a:pt x="7356" y="1010"/>
                    <a:pt x="7211" y="952"/>
                    <a:pt x="7061" y="952"/>
                  </a:cubicBezTo>
                  <a:cubicBezTo>
                    <a:pt x="6952" y="952"/>
                    <a:pt x="6840" y="983"/>
                    <a:pt x="6740" y="1048"/>
                  </a:cubicBezTo>
                  <a:lnTo>
                    <a:pt x="6013" y="1537"/>
                  </a:lnTo>
                  <a:cubicBezTo>
                    <a:pt x="5847" y="1453"/>
                    <a:pt x="5668" y="1370"/>
                    <a:pt x="5490" y="1334"/>
                  </a:cubicBezTo>
                  <a:lnTo>
                    <a:pt x="5311" y="465"/>
                  </a:lnTo>
                  <a:cubicBezTo>
                    <a:pt x="5251" y="203"/>
                    <a:pt x="5025" y="1"/>
                    <a:pt x="474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030;p49">
              <a:extLst>
                <a:ext uri="{FF2B5EF4-FFF2-40B4-BE49-F238E27FC236}">
                  <a16:creationId xmlns:a16="http://schemas.microsoft.com/office/drawing/2014/main" id="{1EFBEE70-ED61-492C-A8DC-EBB4B53EF775}"/>
                </a:ext>
              </a:extLst>
            </p:cNvPr>
            <p:cNvSpPr/>
            <p:nvPr/>
          </p:nvSpPr>
          <p:spPr>
            <a:xfrm>
              <a:off x="2592191" y="2821673"/>
              <a:ext cx="113461" cy="98345"/>
            </a:xfrm>
            <a:custGeom>
              <a:avLst/>
              <a:gdLst/>
              <a:ahLst/>
              <a:cxnLst/>
              <a:rect l="l" t="t" r="r" b="b"/>
              <a:pathLst>
                <a:path w="3573" h="3097" extrusionOk="0">
                  <a:moveTo>
                    <a:pt x="1524" y="0"/>
                  </a:moveTo>
                  <a:cubicBezTo>
                    <a:pt x="989" y="0"/>
                    <a:pt x="465" y="215"/>
                    <a:pt x="72" y="584"/>
                  </a:cubicBezTo>
                  <a:cubicBezTo>
                    <a:pt x="0" y="655"/>
                    <a:pt x="0" y="774"/>
                    <a:pt x="72" y="834"/>
                  </a:cubicBezTo>
                  <a:cubicBezTo>
                    <a:pt x="113" y="876"/>
                    <a:pt x="164" y="896"/>
                    <a:pt x="212" y="896"/>
                  </a:cubicBezTo>
                  <a:cubicBezTo>
                    <a:pt x="259" y="896"/>
                    <a:pt x="304" y="876"/>
                    <a:pt x="334" y="834"/>
                  </a:cubicBezTo>
                  <a:cubicBezTo>
                    <a:pt x="643" y="524"/>
                    <a:pt x="1072" y="358"/>
                    <a:pt x="1500" y="358"/>
                  </a:cubicBezTo>
                  <a:cubicBezTo>
                    <a:pt x="2441" y="358"/>
                    <a:pt x="3203" y="1120"/>
                    <a:pt x="3203" y="2060"/>
                  </a:cubicBezTo>
                  <a:cubicBezTo>
                    <a:pt x="3203" y="2322"/>
                    <a:pt x="3144" y="2596"/>
                    <a:pt x="3024" y="2834"/>
                  </a:cubicBezTo>
                  <a:cubicBezTo>
                    <a:pt x="2965" y="2941"/>
                    <a:pt x="3013" y="3037"/>
                    <a:pt x="3096" y="3084"/>
                  </a:cubicBezTo>
                  <a:cubicBezTo>
                    <a:pt x="3132" y="3096"/>
                    <a:pt x="3155" y="3096"/>
                    <a:pt x="3191" y="3096"/>
                  </a:cubicBezTo>
                  <a:cubicBezTo>
                    <a:pt x="3251" y="3096"/>
                    <a:pt x="3322" y="3072"/>
                    <a:pt x="3346" y="3001"/>
                  </a:cubicBezTo>
                  <a:cubicBezTo>
                    <a:pt x="3501" y="2715"/>
                    <a:pt x="3572" y="2382"/>
                    <a:pt x="3572" y="2060"/>
                  </a:cubicBezTo>
                  <a:cubicBezTo>
                    <a:pt x="3572" y="929"/>
                    <a:pt x="2655" y="0"/>
                    <a:pt x="152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31;p49">
              <a:extLst>
                <a:ext uri="{FF2B5EF4-FFF2-40B4-BE49-F238E27FC236}">
                  <a16:creationId xmlns:a16="http://schemas.microsoft.com/office/drawing/2014/main" id="{423FD83F-4623-4A97-BDA0-75A27BE29ECF}"/>
                </a:ext>
              </a:extLst>
            </p:cNvPr>
            <p:cNvSpPr/>
            <p:nvPr/>
          </p:nvSpPr>
          <p:spPr>
            <a:xfrm>
              <a:off x="2574408" y="2862129"/>
              <a:ext cx="106665" cy="90756"/>
            </a:xfrm>
            <a:custGeom>
              <a:avLst/>
              <a:gdLst/>
              <a:ahLst/>
              <a:cxnLst/>
              <a:rect l="l" t="t" r="r" b="b"/>
              <a:pathLst>
                <a:path w="3359" h="2858" extrusionOk="0">
                  <a:moveTo>
                    <a:pt x="294" y="1"/>
                  </a:moveTo>
                  <a:cubicBezTo>
                    <a:pt x="218" y="1"/>
                    <a:pt x="145" y="48"/>
                    <a:pt x="108" y="131"/>
                  </a:cubicBezTo>
                  <a:cubicBezTo>
                    <a:pt x="36" y="334"/>
                    <a:pt x="1" y="572"/>
                    <a:pt x="1" y="798"/>
                  </a:cubicBezTo>
                  <a:cubicBezTo>
                    <a:pt x="1" y="1929"/>
                    <a:pt x="917" y="2858"/>
                    <a:pt x="2049" y="2858"/>
                  </a:cubicBezTo>
                  <a:cubicBezTo>
                    <a:pt x="2477" y="2858"/>
                    <a:pt x="2894" y="2715"/>
                    <a:pt x="3251" y="2465"/>
                  </a:cubicBezTo>
                  <a:cubicBezTo>
                    <a:pt x="3346" y="2405"/>
                    <a:pt x="3358" y="2286"/>
                    <a:pt x="3299" y="2215"/>
                  </a:cubicBezTo>
                  <a:cubicBezTo>
                    <a:pt x="3263" y="2158"/>
                    <a:pt x="3206" y="2131"/>
                    <a:pt x="3151" y="2131"/>
                  </a:cubicBezTo>
                  <a:cubicBezTo>
                    <a:pt x="3114" y="2131"/>
                    <a:pt x="3077" y="2143"/>
                    <a:pt x="3049" y="2167"/>
                  </a:cubicBezTo>
                  <a:cubicBezTo>
                    <a:pt x="2763" y="2382"/>
                    <a:pt x="2406" y="2501"/>
                    <a:pt x="2049" y="2501"/>
                  </a:cubicBezTo>
                  <a:cubicBezTo>
                    <a:pt x="1108" y="2501"/>
                    <a:pt x="346" y="1739"/>
                    <a:pt x="346" y="798"/>
                  </a:cubicBezTo>
                  <a:cubicBezTo>
                    <a:pt x="346" y="608"/>
                    <a:pt x="382" y="429"/>
                    <a:pt x="441" y="250"/>
                  </a:cubicBezTo>
                  <a:cubicBezTo>
                    <a:pt x="501" y="143"/>
                    <a:pt x="441" y="36"/>
                    <a:pt x="358" y="12"/>
                  </a:cubicBezTo>
                  <a:cubicBezTo>
                    <a:pt x="337" y="4"/>
                    <a:pt x="315" y="1"/>
                    <a:pt x="29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032;p49">
              <a:extLst>
                <a:ext uri="{FF2B5EF4-FFF2-40B4-BE49-F238E27FC236}">
                  <a16:creationId xmlns:a16="http://schemas.microsoft.com/office/drawing/2014/main" id="{33153DF9-24FD-4A91-8064-2834003EE54C}"/>
                </a:ext>
              </a:extLst>
            </p:cNvPr>
            <p:cNvSpPr/>
            <p:nvPr/>
          </p:nvSpPr>
          <p:spPr>
            <a:xfrm>
              <a:off x="2676881" y="2923385"/>
              <a:ext cx="191324" cy="191324"/>
            </a:xfrm>
            <a:custGeom>
              <a:avLst/>
              <a:gdLst/>
              <a:ahLst/>
              <a:cxnLst/>
              <a:rect l="l" t="t" r="r" b="b"/>
              <a:pathLst>
                <a:path w="6025" h="6025" extrusionOk="0">
                  <a:moveTo>
                    <a:pt x="2810" y="0"/>
                  </a:moveTo>
                  <a:cubicBezTo>
                    <a:pt x="2608" y="0"/>
                    <a:pt x="2429" y="155"/>
                    <a:pt x="2382" y="357"/>
                  </a:cubicBezTo>
                  <a:lnTo>
                    <a:pt x="2274" y="893"/>
                  </a:lnTo>
                  <a:cubicBezTo>
                    <a:pt x="2191" y="929"/>
                    <a:pt x="2084" y="965"/>
                    <a:pt x="1989" y="1012"/>
                  </a:cubicBezTo>
                  <a:lnTo>
                    <a:pt x="1548" y="715"/>
                  </a:lnTo>
                  <a:cubicBezTo>
                    <a:pt x="1475" y="666"/>
                    <a:pt x="1393" y="643"/>
                    <a:pt x="1313" y="643"/>
                  </a:cubicBezTo>
                  <a:cubicBezTo>
                    <a:pt x="1198" y="643"/>
                    <a:pt x="1085" y="690"/>
                    <a:pt x="1000" y="774"/>
                  </a:cubicBezTo>
                  <a:lnTo>
                    <a:pt x="738" y="1024"/>
                  </a:lnTo>
                  <a:cubicBezTo>
                    <a:pt x="596" y="1179"/>
                    <a:pt x="572" y="1417"/>
                    <a:pt x="679" y="1584"/>
                  </a:cubicBezTo>
                  <a:lnTo>
                    <a:pt x="977" y="2024"/>
                  </a:lnTo>
                  <a:cubicBezTo>
                    <a:pt x="917" y="2143"/>
                    <a:pt x="858" y="2274"/>
                    <a:pt x="834" y="2417"/>
                  </a:cubicBezTo>
                  <a:cubicBezTo>
                    <a:pt x="798" y="2512"/>
                    <a:pt x="858" y="2608"/>
                    <a:pt x="965" y="2631"/>
                  </a:cubicBezTo>
                  <a:cubicBezTo>
                    <a:pt x="986" y="2639"/>
                    <a:pt x="1006" y="2642"/>
                    <a:pt x="1025" y="2642"/>
                  </a:cubicBezTo>
                  <a:cubicBezTo>
                    <a:pt x="1103" y="2642"/>
                    <a:pt x="1162" y="2587"/>
                    <a:pt x="1191" y="2501"/>
                  </a:cubicBezTo>
                  <a:cubicBezTo>
                    <a:pt x="1227" y="2358"/>
                    <a:pt x="1298" y="2215"/>
                    <a:pt x="1346" y="2096"/>
                  </a:cubicBezTo>
                  <a:cubicBezTo>
                    <a:pt x="1381" y="2036"/>
                    <a:pt x="1381" y="1965"/>
                    <a:pt x="1346" y="1905"/>
                  </a:cubicBezTo>
                  <a:lnTo>
                    <a:pt x="1000" y="1369"/>
                  </a:lnTo>
                  <a:cubicBezTo>
                    <a:pt x="977" y="1346"/>
                    <a:pt x="977" y="1310"/>
                    <a:pt x="1012" y="1286"/>
                  </a:cubicBezTo>
                  <a:lnTo>
                    <a:pt x="1262" y="1024"/>
                  </a:lnTo>
                  <a:cubicBezTo>
                    <a:pt x="1283" y="1010"/>
                    <a:pt x="1300" y="1004"/>
                    <a:pt x="1318" y="1004"/>
                  </a:cubicBezTo>
                  <a:cubicBezTo>
                    <a:pt x="1330" y="1004"/>
                    <a:pt x="1343" y="1007"/>
                    <a:pt x="1358" y="1012"/>
                  </a:cubicBezTo>
                  <a:lnTo>
                    <a:pt x="1893" y="1369"/>
                  </a:lnTo>
                  <a:cubicBezTo>
                    <a:pt x="1923" y="1393"/>
                    <a:pt x="1956" y="1405"/>
                    <a:pt x="1989" y="1405"/>
                  </a:cubicBezTo>
                  <a:cubicBezTo>
                    <a:pt x="2021" y="1405"/>
                    <a:pt x="2054" y="1393"/>
                    <a:pt x="2084" y="1369"/>
                  </a:cubicBezTo>
                  <a:cubicBezTo>
                    <a:pt x="2215" y="1298"/>
                    <a:pt x="2346" y="1238"/>
                    <a:pt x="2489" y="1203"/>
                  </a:cubicBezTo>
                  <a:cubicBezTo>
                    <a:pt x="2548" y="1191"/>
                    <a:pt x="2608" y="1131"/>
                    <a:pt x="2620" y="1072"/>
                  </a:cubicBezTo>
                  <a:lnTo>
                    <a:pt x="2751" y="429"/>
                  </a:lnTo>
                  <a:cubicBezTo>
                    <a:pt x="2751" y="405"/>
                    <a:pt x="2786" y="369"/>
                    <a:pt x="2822" y="369"/>
                  </a:cubicBezTo>
                  <a:lnTo>
                    <a:pt x="3167" y="369"/>
                  </a:lnTo>
                  <a:cubicBezTo>
                    <a:pt x="3203" y="369"/>
                    <a:pt x="3227" y="405"/>
                    <a:pt x="3239" y="429"/>
                  </a:cubicBezTo>
                  <a:lnTo>
                    <a:pt x="3382" y="1072"/>
                  </a:lnTo>
                  <a:cubicBezTo>
                    <a:pt x="3394" y="1143"/>
                    <a:pt x="3429" y="1191"/>
                    <a:pt x="3513" y="1203"/>
                  </a:cubicBezTo>
                  <a:cubicBezTo>
                    <a:pt x="3656" y="1250"/>
                    <a:pt x="3786" y="1310"/>
                    <a:pt x="3917" y="1369"/>
                  </a:cubicBezTo>
                  <a:cubicBezTo>
                    <a:pt x="3947" y="1387"/>
                    <a:pt x="3980" y="1396"/>
                    <a:pt x="4013" y="1396"/>
                  </a:cubicBezTo>
                  <a:cubicBezTo>
                    <a:pt x="4045" y="1396"/>
                    <a:pt x="4078" y="1387"/>
                    <a:pt x="4108" y="1369"/>
                  </a:cubicBezTo>
                  <a:lnTo>
                    <a:pt x="4644" y="1012"/>
                  </a:lnTo>
                  <a:cubicBezTo>
                    <a:pt x="4654" y="1007"/>
                    <a:pt x="4665" y="1004"/>
                    <a:pt x="4678" y="1004"/>
                  </a:cubicBezTo>
                  <a:cubicBezTo>
                    <a:pt x="4695" y="1004"/>
                    <a:pt x="4713" y="1010"/>
                    <a:pt x="4727" y="1024"/>
                  </a:cubicBezTo>
                  <a:lnTo>
                    <a:pt x="4989" y="1286"/>
                  </a:lnTo>
                  <a:cubicBezTo>
                    <a:pt x="5013" y="1310"/>
                    <a:pt x="5013" y="1346"/>
                    <a:pt x="5001" y="1369"/>
                  </a:cubicBezTo>
                  <a:lnTo>
                    <a:pt x="4644" y="1905"/>
                  </a:lnTo>
                  <a:cubicBezTo>
                    <a:pt x="4596" y="1965"/>
                    <a:pt x="4596" y="2036"/>
                    <a:pt x="4644" y="2096"/>
                  </a:cubicBezTo>
                  <a:cubicBezTo>
                    <a:pt x="4715" y="2239"/>
                    <a:pt x="4775" y="2370"/>
                    <a:pt x="4810" y="2501"/>
                  </a:cubicBezTo>
                  <a:cubicBezTo>
                    <a:pt x="4822" y="2560"/>
                    <a:pt x="4882" y="2620"/>
                    <a:pt x="4941" y="2631"/>
                  </a:cubicBezTo>
                  <a:lnTo>
                    <a:pt x="5584" y="2774"/>
                  </a:lnTo>
                  <a:cubicBezTo>
                    <a:pt x="5608" y="2774"/>
                    <a:pt x="5644" y="2798"/>
                    <a:pt x="5644" y="2846"/>
                  </a:cubicBezTo>
                  <a:lnTo>
                    <a:pt x="5644" y="3191"/>
                  </a:lnTo>
                  <a:cubicBezTo>
                    <a:pt x="5644" y="3215"/>
                    <a:pt x="5608" y="3251"/>
                    <a:pt x="5584" y="3263"/>
                  </a:cubicBezTo>
                  <a:lnTo>
                    <a:pt x="4941" y="3393"/>
                  </a:lnTo>
                  <a:cubicBezTo>
                    <a:pt x="4870" y="3405"/>
                    <a:pt x="4822" y="3453"/>
                    <a:pt x="4810" y="3524"/>
                  </a:cubicBezTo>
                  <a:cubicBezTo>
                    <a:pt x="4763" y="3679"/>
                    <a:pt x="4703" y="3810"/>
                    <a:pt x="4644" y="3929"/>
                  </a:cubicBezTo>
                  <a:cubicBezTo>
                    <a:pt x="4608" y="3989"/>
                    <a:pt x="4608" y="4060"/>
                    <a:pt x="4644" y="4120"/>
                  </a:cubicBezTo>
                  <a:lnTo>
                    <a:pt x="5001" y="4656"/>
                  </a:lnTo>
                  <a:cubicBezTo>
                    <a:pt x="5013" y="4691"/>
                    <a:pt x="5013" y="4715"/>
                    <a:pt x="4989" y="4751"/>
                  </a:cubicBezTo>
                  <a:lnTo>
                    <a:pt x="4727" y="5001"/>
                  </a:lnTo>
                  <a:cubicBezTo>
                    <a:pt x="4714" y="5020"/>
                    <a:pt x="4697" y="5029"/>
                    <a:pt x="4681" y="5029"/>
                  </a:cubicBezTo>
                  <a:cubicBezTo>
                    <a:pt x="4668" y="5029"/>
                    <a:pt x="4654" y="5023"/>
                    <a:pt x="4644" y="5013"/>
                  </a:cubicBezTo>
                  <a:lnTo>
                    <a:pt x="4108" y="4656"/>
                  </a:lnTo>
                  <a:cubicBezTo>
                    <a:pt x="4078" y="4638"/>
                    <a:pt x="4045" y="4629"/>
                    <a:pt x="4013" y="4629"/>
                  </a:cubicBezTo>
                  <a:cubicBezTo>
                    <a:pt x="3980" y="4629"/>
                    <a:pt x="3947" y="4638"/>
                    <a:pt x="3917" y="4656"/>
                  </a:cubicBezTo>
                  <a:cubicBezTo>
                    <a:pt x="3775" y="4739"/>
                    <a:pt x="3644" y="4798"/>
                    <a:pt x="3513" y="4822"/>
                  </a:cubicBezTo>
                  <a:cubicBezTo>
                    <a:pt x="3453" y="4834"/>
                    <a:pt x="3394" y="4894"/>
                    <a:pt x="3382" y="4953"/>
                  </a:cubicBezTo>
                  <a:lnTo>
                    <a:pt x="3239" y="5596"/>
                  </a:lnTo>
                  <a:cubicBezTo>
                    <a:pt x="3239" y="5632"/>
                    <a:pt x="3215" y="5656"/>
                    <a:pt x="3167" y="5656"/>
                  </a:cubicBezTo>
                  <a:lnTo>
                    <a:pt x="2822" y="5656"/>
                  </a:lnTo>
                  <a:cubicBezTo>
                    <a:pt x="2798" y="5656"/>
                    <a:pt x="2763" y="5632"/>
                    <a:pt x="2751" y="5596"/>
                  </a:cubicBezTo>
                  <a:lnTo>
                    <a:pt x="2620" y="4953"/>
                  </a:lnTo>
                  <a:cubicBezTo>
                    <a:pt x="2608" y="4882"/>
                    <a:pt x="2560" y="4834"/>
                    <a:pt x="2489" y="4822"/>
                  </a:cubicBezTo>
                  <a:cubicBezTo>
                    <a:pt x="2334" y="4775"/>
                    <a:pt x="2203" y="4715"/>
                    <a:pt x="2084" y="4656"/>
                  </a:cubicBezTo>
                  <a:cubicBezTo>
                    <a:pt x="2054" y="4644"/>
                    <a:pt x="2021" y="4638"/>
                    <a:pt x="1989" y="4638"/>
                  </a:cubicBezTo>
                  <a:cubicBezTo>
                    <a:pt x="1956" y="4638"/>
                    <a:pt x="1923" y="4644"/>
                    <a:pt x="1893" y="4656"/>
                  </a:cubicBezTo>
                  <a:lnTo>
                    <a:pt x="1358" y="5013"/>
                  </a:lnTo>
                  <a:cubicBezTo>
                    <a:pt x="1342" y="5023"/>
                    <a:pt x="1328" y="5029"/>
                    <a:pt x="1314" y="5029"/>
                  </a:cubicBezTo>
                  <a:cubicBezTo>
                    <a:pt x="1298" y="5029"/>
                    <a:pt x="1282" y="5020"/>
                    <a:pt x="1262" y="5001"/>
                  </a:cubicBezTo>
                  <a:lnTo>
                    <a:pt x="1012" y="4751"/>
                  </a:lnTo>
                  <a:cubicBezTo>
                    <a:pt x="977" y="4715"/>
                    <a:pt x="977" y="4691"/>
                    <a:pt x="1000" y="4656"/>
                  </a:cubicBezTo>
                  <a:lnTo>
                    <a:pt x="1346" y="4120"/>
                  </a:lnTo>
                  <a:cubicBezTo>
                    <a:pt x="1393" y="4060"/>
                    <a:pt x="1393" y="3989"/>
                    <a:pt x="1346" y="3929"/>
                  </a:cubicBezTo>
                  <a:cubicBezTo>
                    <a:pt x="1274" y="3798"/>
                    <a:pt x="1215" y="3667"/>
                    <a:pt x="1191" y="3524"/>
                  </a:cubicBezTo>
                  <a:cubicBezTo>
                    <a:pt x="1167" y="3465"/>
                    <a:pt x="1108" y="3405"/>
                    <a:pt x="1048" y="3393"/>
                  </a:cubicBezTo>
                  <a:lnTo>
                    <a:pt x="417" y="3263"/>
                  </a:lnTo>
                  <a:cubicBezTo>
                    <a:pt x="381" y="3263"/>
                    <a:pt x="357" y="3227"/>
                    <a:pt x="357" y="3191"/>
                  </a:cubicBezTo>
                  <a:lnTo>
                    <a:pt x="357" y="2846"/>
                  </a:lnTo>
                  <a:cubicBezTo>
                    <a:pt x="357" y="2810"/>
                    <a:pt x="381" y="2786"/>
                    <a:pt x="417" y="2774"/>
                  </a:cubicBezTo>
                  <a:lnTo>
                    <a:pt x="453" y="2751"/>
                  </a:lnTo>
                  <a:cubicBezTo>
                    <a:pt x="560" y="2739"/>
                    <a:pt x="619" y="2631"/>
                    <a:pt x="608" y="2548"/>
                  </a:cubicBezTo>
                  <a:cubicBezTo>
                    <a:pt x="597" y="2450"/>
                    <a:pt x="506" y="2392"/>
                    <a:pt x="427" y="2392"/>
                  </a:cubicBezTo>
                  <a:cubicBezTo>
                    <a:pt x="419" y="2392"/>
                    <a:pt x="412" y="2392"/>
                    <a:pt x="405" y="2393"/>
                  </a:cubicBezTo>
                  <a:lnTo>
                    <a:pt x="357" y="2417"/>
                  </a:lnTo>
                  <a:cubicBezTo>
                    <a:pt x="143" y="2453"/>
                    <a:pt x="0" y="2631"/>
                    <a:pt x="0" y="2846"/>
                  </a:cubicBezTo>
                  <a:lnTo>
                    <a:pt x="0" y="3191"/>
                  </a:lnTo>
                  <a:cubicBezTo>
                    <a:pt x="0" y="3393"/>
                    <a:pt x="143" y="3572"/>
                    <a:pt x="357" y="3620"/>
                  </a:cubicBezTo>
                  <a:lnTo>
                    <a:pt x="893" y="3727"/>
                  </a:lnTo>
                  <a:cubicBezTo>
                    <a:pt x="917" y="3810"/>
                    <a:pt x="965" y="3917"/>
                    <a:pt x="1012" y="4001"/>
                  </a:cubicBezTo>
                  <a:lnTo>
                    <a:pt x="715" y="4453"/>
                  </a:lnTo>
                  <a:cubicBezTo>
                    <a:pt x="596" y="4632"/>
                    <a:pt x="619" y="4858"/>
                    <a:pt x="774" y="5001"/>
                  </a:cubicBezTo>
                  <a:lnTo>
                    <a:pt x="1024" y="5251"/>
                  </a:lnTo>
                  <a:cubicBezTo>
                    <a:pt x="1112" y="5339"/>
                    <a:pt x="1227" y="5381"/>
                    <a:pt x="1338" y="5381"/>
                  </a:cubicBezTo>
                  <a:cubicBezTo>
                    <a:pt x="1423" y="5381"/>
                    <a:pt x="1505" y="5357"/>
                    <a:pt x="1572" y="5310"/>
                  </a:cubicBezTo>
                  <a:lnTo>
                    <a:pt x="2024" y="5013"/>
                  </a:lnTo>
                  <a:cubicBezTo>
                    <a:pt x="2108" y="5060"/>
                    <a:pt x="2203" y="5108"/>
                    <a:pt x="2310" y="5132"/>
                  </a:cubicBezTo>
                  <a:lnTo>
                    <a:pt x="2405" y="5668"/>
                  </a:lnTo>
                  <a:cubicBezTo>
                    <a:pt x="2453" y="5882"/>
                    <a:pt x="2632" y="6025"/>
                    <a:pt x="2846" y="6025"/>
                  </a:cubicBezTo>
                  <a:lnTo>
                    <a:pt x="3179" y="6025"/>
                  </a:lnTo>
                  <a:cubicBezTo>
                    <a:pt x="3394" y="6025"/>
                    <a:pt x="3572" y="5882"/>
                    <a:pt x="3620" y="5668"/>
                  </a:cubicBezTo>
                  <a:lnTo>
                    <a:pt x="3715" y="5132"/>
                  </a:lnTo>
                  <a:cubicBezTo>
                    <a:pt x="3810" y="5108"/>
                    <a:pt x="3917" y="5060"/>
                    <a:pt x="4001" y="5013"/>
                  </a:cubicBezTo>
                  <a:lnTo>
                    <a:pt x="4453" y="5310"/>
                  </a:lnTo>
                  <a:cubicBezTo>
                    <a:pt x="4529" y="5361"/>
                    <a:pt x="4611" y="5386"/>
                    <a:pt x="4692" y="5386"/>
                  </a:cubicBezTo>
                  <a:cubicBezTo>
                    <a:pt x="4803" y="5386"/>
                    <a:pt x="4912" y="5340"/>
                    <a:pt x="5001" y="5251"/>
                  </a:cubicBezTo>
                  <a:lnTo>
                    <a:pt x="5251" y="5001"/>
                  </a:lnTo>
                  <a:cubicBezTo>
                    <a:pt x="5406" y="4858"/>
                    <a:pt x="5418" y="4620"/>
                    <a:pt x="5310" y="4453"/>
                  </a:cubicBezTo>
                  <a:lnTo>
                    <a:pt x="5013" y="4001"/>
                  </a:lnTo>
                  <a:cubicBezTo>
                    <a:pt x="5060" y="3917"/>
                    <a:pt x="5108" y="3822"/>
                    <a:pt x="5132" y="3727"/>
                  </a:cubicBezTo>
                  <a:lnTo>
                    <a:pt x="5668" y="3620"/>
                  </a:lnTo>
                  <a:cubicBezTo>
                    <a:pt x="5882" y="3572"/>
                    <a:pt x="6025" y="3393"/>
                    <a:pt x="6025" y="3191"/>
                  </a:cubicBezTo>
                  <a:lnTo>
                    <a:pt x="6025" y="2846"/>
                  </a:lnTo>
                  <a:cubicBezTo>
                    <a:pt x="6001" y="2631"/>
                    <a:pt x="5846" y="2453"/>
                    <a:pt x="5644" y="2417"/>
                  </a:cubicBezTo>
                  <a:lnTo>
                    <a:pt x="5108" y="2310"/>
                  </a:lnTo>
                  <a:cubicBezTo>
                    <a:pt x="5072" y="2215"/>
                    <a:pt x="5025" y="2120"/>
                    <a:pt x="4989" y="2024"/>
                  </a:cubicBezTo>
                  <a:lnTo>
                    <a:pt x="5287" y="1584"/>
                  </a:lnTo>
                  <a:cubicBezTo>
                    <a:pt x="5406" y="1405"/>
                    <a:pt x="5370" y="1179"/>
                    <a:pt x="5227" y="1024"/>
                  </a:cubicBezTo>
                  <a:lnTo>
                    <a:pt x="4965" y="774"/>
                  </a:lnTo>
                  <a:cubicBezTo>
                    <a:pt x="4882" y="691"/>
                    <a:pt x="4766" y="648"/>
                    <a:pt x="4651" y="648"/>
                  </a:cubicBezTo>
                  <a:cubicBezTo>
                    <a:pt x="4569" y="648"/>
                    <a:pt x="4487" y="670"/>
                    <a:pt x="4418" y="715"/>
                  </a:cubicBezTo>
                  <a:lnTo>
                    <a:pt x="3977" y="1012"/>
                  </a:lnTo>
                  <a:cubicBezTo>
                    <a:pt x="3882" y="965"/>
                    <a:pt x="3786" y="929"/>
                    <a:pt x="3691" y="893"/>
                  </a:cubicBezTo>
                  <a:lnTo>
                    <a:pt x="3584" y="357"/>
                  </a:lnTo>
                  <a:cubicBezTo>
                    <a:pt x="3536" y="155"/>
                    <a:pt x="3358" y="0"/>
                    <a:pt x="315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033;p49">
              <a:extLst>
                <a:ext uri="{FF2B5EF4-FFF2-40B4-BE49-F238E27FC236}">
                  <a16:creationId xmlns:a16="http://schemas.microsoft.com/office/drawing/2014/main" id="{C432B7B4-3158-4C1D-A8DC-1F2AE8448D8B}"/>
                </a:ext>
              </a:extLst>
            </p:cNvPr>
            <p:cNvSpPr/>
            <p:nvPr/>
          </p:nvSpPr>
          <p:spPr>
            <a:xfrm>
              <a:off x="2738867" y="2986895"/>
              <a:ext cx="65066" cy="65066"/>
            </a:xfrm>
            <a:custGeom>
              <a:avLst/>
              <a:gdLst/>
              <a:ahLst/>
              <a:cxnLst/>
              <a:rect l="l" t="t" r="r" b="b"/>
              <a:pathLst>
                <a:path w="2049" h="2049" extrusionOk="0">
                  <a:moveTo>
                    <a:pt x="1025" y="0"/>
                  </a:moveTo>
                  <a:cubicBezTo>
                    <a:pt x="453" y="0"/>
                    <a:pt x="1" y="453"/>
                    <a:pt x="1" y="1024"/>
                  </a:cubicBezTo>
                  <a:cubicBezTo>
                    <a:pt x="1" y="1584"/>
                    <a:pt x="453" y="2048"/>
                    <a:pt x="1025" y="2048"/>
                  </a:cubicBezTo>
                  <a:cubicBezTo>
                    <a:pt x="1251" y="2048"/>
                    <a:pt x="1465" y="1977"/>
                    <a:pt x="1644" y="1846"/>
                  </a:cubicBezTo>
                  <a:cubicBezTo>
                    <a:pt x="1727" y="1786"/>
                    <a:pt x="1739" y="1667"/>
                    <a:pt x="1680" y="1584"/>
                  </a:cubicBezTo>
                  <a:cubicBezTo>
                    <a:pt x="1646" y="1543"/>
                    <a:pt x="1593" y="1522"/>
                    <a:pt x="1540" y="1522"/>
                  </a:cubicBezTo>
                  <a:cubicBezTo>
                    <a:pt x="1500" y="1522"/>
                    <a:pt x="1461" y="1534"/>
                    <a:pt x="1430" y="1560"/>
                  </a:cubicBezTo>
                  <a:cubicBezTo>
                    <a:pt x="1311" y="1644"/>
                    <a:pt x="1168" y="1691"/>
                    <a:pt x="1025" y="1691"/>
                  </a:cubicBezTo>
                  <a:cubicBezTo>
                    <a:pt x="668" y="1691"/>
                    <a:pt x="370" y="1393"/>
                    <a:pt x="370" y="1036"/>
                  </a:cubicBezTo>
                  <a:cubicBezTo>
                    <a:pt x="382" y="655"/>
                    <a:pt x="680" y="370"/>
                    <a:pt x="1037" y="370"/>
                  </a:cubicBezTo>
                  <a:cubicBezTo>
                    <a:pt x="1394" y="370"/>
                    <a:pt x="1692" y="667"/>
                    <a:pt x="1692" y="1024"/>
                  </a:cubicBezTo>
                  <a:cubicBezTo>
                    <a:pt x="1692" y="1132"/>
                    <a:pt x="1775" y="1203"/>
                    <a:pt x="1870" y="1203"/>
                  </a:cubicBezTo>
                  <a:cubicBezTo>
                    <a:pt x="1965" y="1203"/>
                    <a:pt x="2049" y="1108"/>
                    <a:pt x="2049" y="1024"/>
                  </a:cubicBezTo>
                  <a:cubicBezTo>
                    <a:pt x="2049" y="453"/>
                    <a:pt x="1584" y="0"/>
                    <a:pt x="102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034;p49">
              <a:extLst>
                <a:ext uri="{FF2B5EF4-FFF2-40B4-BE49-F238E27FC236}">
                  <a16:creationId xmlns:a16="http://schemas.microsoft.com/office/drawing/2014/main" id="{F154C07D-607A-4502-B7B0-60D581BC57FE}"/>
                </a:ext>
              </a:extLst>
            </p:cNvPr>
            <p:cNvSpPr/>
            <p:nvPr/>
          </p:nvSpPr>
          <p:spPr>
            <a:xfrm>
              <a:off x="2604670" y="2851904"/>
              <a:ext cx="70718" cy="71131"/>
            </a:xfrm>
            <a:custGeom>
              <a:avLst/>
              <a:gdLst/>
              <a:ahLst/>
              <a:cxnLst/>
              <a:rect l="l" t="t" r="r" b="b"/>
              <a:pathLst>
                <a:path w="2227" h="2240" extrusionOk="0">
                  <a:moveTo>
                    <a:pt x="1107" y="382"/>
                  </a:moveTo>
                  <a:cubicBezTo>
                    <a:pt x="1512" y="382"/>
                    <a:pt x="1858" y="715"/>
                    <a:pt x="1858" y="1120"/>
                  </a:cubicBezTo>
                  <a:cubicBezTo>
                    <a:pt x="1858" y="1525"/>
                    <a:pt x="1512" y="1870"/>
                    <a:pt x="1107" y="1870"/>
                  </a:cubicBezTo>
                  <a:cubicBezTo>
                    <a:pt x="691" y="1870"/>
                    <a:pt x="369" y="1525"/>
                    <a:pt x="369" y="1120"/>
                  </a:cubicBezTo>
                  <a:cubicBezTo>
                    <a:pt x="369" y="703"/>
                    <a:pt x="703" y="382"/>
                    <a:pt x="1107" y="382"/>
                  </a:cubicBezTo>
                  <a:close/>
                  <a:moveTo>
                    <a:pt x="1107" y="1"/>
                  </a:moveTo>
                  <a:cubicBezTo>
                    <a:pt x="500" y="1"/>
                    <a:pt x="0" y="513"/>
                    <a:pt x="0" y="1120"/>
                  </a:cubicBezTo>
                  <a:cubicBezTo>
                    <a:pt x="0" y="1727"/>
                    <a:pt x="500" y="2239"/>
                    <a:pt x="1107" y="2239"/>
                  </a:cubicBezTo>
                  <a:cubicBezTo>
                    <a:pt x="1727" y="2239"/>
                    <a:pt x="2227" y="1727"/>
                    <a:pt x="2227" y="1120"/>
                  </a:cubicBezTo>
                  <a:cubicBezTo>
                    <a:pt x="2227" y="513"/>
                    <a:pt x="1727" y="1"/>
                    <a:pt x="110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 name="Google Shape;7632;p55">
            <a:extLst>
              <a:ext uri="{FF2B5EF4-FFF2-40B4-BE49-F238E27FC236}">
                <a16:creationId xmlns:a16="http://schemas.microsoft.com/office/drawing/2014/main" id="{961E014A-63AF-4C44-8283-3F23F269BFBE}"/>
              </a:ext>
            </a:extLst>
          </p:cNvPr>
          <p:cNvGrpSpPr/>
          <p:nvPr/>
        </p:nvGrpSpPr>
        <p:grpSpPr>
          <a:xfrm>
            <a:off x="6924201" y="1145239"/>
            <a:ext cx="291403" cy="269367"/>
            <a:chOff x="6099375" y="2456075"/>
            <a:chExt cx="337684" cy="314194"/>
          </a:xfrm>
          <a:solidFill>
            <a:schemeClr val="tx1"/>
          </a:solidFill>
        </p:grpSpPr>
        <p:sp>
          <p:nvSpPr>
            <p:cNvPr id="56" name="Google Shape;7633;p55">
              <a:extLst>
                <a:ext uri="{FF2B5EF4-FFF2-40B4-BE49-F238E27FC236}">
                  <a16:creationId xmlns:a16="http://schemas.microsoft.com/office/drawing/2014/main" id="{C2D52510-5F23-43D2-995E-02622B2B88C5}"/>
                </a:ext>
              </a:extLst>
            </p:cNvPr>
            <p:cNvSpPr/>
            <p:nvPr/>
          </p:nvSpPr>
          <p:spPr>
            <a:xfrm>
              <a:off x="6099375" y="2456075"/>
              <a:ext cx="337684" cy="314194"/>
            </a:xfrm>
            <a:custGeom>
              <a:avLst/>
              <a:gdLst/>
              <a:ahLst/>
              <a:cxnLst/>
              <a:rect l="l" t="t" r="r" b="b"/>
              <a:pathLst>
                <a:path w="10609" h="9871" extrusionOk="0">
                  <a:moveTo>
                    <a:pt x="322" y="5025"/>
                  </a:moveTo>
                  <a:cubicBezTo>
                    <a:pt x="536" y="5227"/>
                    <a:pt x="857" y="5418"/>
                    <a:pt x="1274" y="5585"/>
                  </a:cubicBezTo>
                  <a:cubicBezTo>
                    <a:pt x="2048" y="5882"/>
                    <a:pt x="3060" y="6049"/>
                    <a:pt x="4143" y="6049"/>
                  </a:cubicBezTo>
                  <a:lnTo>
                    <a:pt x="4417" y="6049"/>
                  </a:lnTo>
                  <a:cubicBezTo>
                    <a:pt x="4429" y="6061"/>
                    <a:pt x="4465" y="6073"/>
                    <a:pt x="4477" y="6097"/>
                  </a:cubicBezTo>
                  <a:lnTo>
                    <a:pt x="4905" y="6347"/>
                  </a:lnTo>
                  <a:cubicBezTo>
                    <a:pt x="4894" y="6466"/>
                    <a:pt x="4882" y="6585"/>
                    <a:pt x="4882" y="6692"/>
                  </a:cubicBezTo>
                  <a:cubicBezTo>
                    <a:pt x="4882" y="6811"/>
                    <a:pt x="4894" y="6930"/>
                    <a:pt x="4905" y="7025"/>
                  </a:cubicBezTo>
                  <a:lnTo>
                    <a:pt x="4477" y="7287"/>
                  </a:lnTo>
                  <a:cubicBezTo>
                    <a:pt x="4405" y="7323"/>
                    <a:pt x="4358" y="7382"/>
                    <a:pt x="4346" y="7466"/>
                  </a:cubicBezTo>
                  <a:cubicBezTo>
                    <a:pt x="4322" y="7537"/>
                    <a:pt x="4322" y="7609"/>
                    <a:pt x="4370" y="7680"/>
                  </a:cubicBezTo>
                  <a:lnTo>
                    <a:pt x="4608" y="8085"/>
                  </a:lnTo>
                  <a:cubicBezTo>
                    <a:pt x="4564" y="8081"/>
                    <a:pt x="4517" y="8080"/>
                    <a:pt x="4467" y="8080"/>
                  </a:cubicBezTo>
                  <a:cubicBezTo>
                    <a:pt x="4368" y="8080"/>
                    <a:pt x="4263" y="8085"/>
                    <a:pt x="4167" y="8085"/>
                  </a:cubicBezTo>
                  <a:cubicBezTo>
                    <a:pt x="3120" y="8085"/>
                    <a:pt x="2143" y="7942"/>
                    <a:pt x="1393" y="7656"/>
                  </a:cubicBezTo>
                  <a:cubicBezTo>
                    <a:pt x="714" y="7406"/>
                    <a:pt x="322" y="7061"/>
                    <a:pt x="322" y="6728"/>
                  </a:cubicBezTo>
                  <a:lnTo>
                    <a:pt x="322" y="5025"/>
                  </a:lnTo>
                  <a:close/>
                  <a:moveTo>
                    <a:pt x="4132" y="1"/>
                  </a:moveTo>
                  <a:cubicBezTo>
                    <a:pt x="3048" y="1"/>
                    <a:pt x="2036" y="167"/>
                    <a:pt x="1262" y="465"/>
                  </a:cubicBezTo>
                  <a:cubicBezTo>
                    <a:pt x="441" y="774"/>
                    <a:pt x="0" y="1215"/>
                    <a:pt x="0" y="1691"/>
                  </a:cubicBezTo>
                  <a:lnTo>
                    <a:pt x="0" y="6751"/>
                  </a:lnTo>
                  <a:cubicBezTo>
                    <a:pt x="0" y="7228"/>
                    <a:pt x="441" y="7656"/>
                    <a:pt x="1262" y="7966"/>
                  </a:cubicBezTo>
                  <a:cubicBezTo>
                    <a:pt x="2036" y="8264"/>
                    <a:pt x="3048" y="8430"/>
                    <a:pt x="4132" y="8430"/>
                  </a:cubicBezTo>
                  <a:cubicBezTo>
                    <a:pt x="4346" y="8430"/>
                    <a:pt x="4548" y="8430"/>
                    <a:pt x="4763" y="8418"/>
                  </a:cubicBezTo>
                  <a:lnTo>
                    <a:pt x="5025" y="8871"/>
                  </a:lnTo>
                  <a:cubicBezTo>
                    <a:pt x="5072" y="8954"/>
                    <a:pt x="5132" y="8990"/>
                    <a:pt x="5203" y="9014"/>
                  </a:cubicBezTo>
                  <a:cubicBezTo>
                    <a:pt x="5227" y="9018"/>
                    <a:pt x="5252" y="9020"/>
                    <a:pt x="5278" y="9020"/>
                  </a:cubicBezTo>
                  <a:cubicBezTo>
                    <a:pt x="5329" y="9020"/>
                    <a:pt x="5382" y="9010"/>
                    <a:pt x="5429" y="8978"/>
                  </a:cubicBezTo>
                  <a:lnTo>
                    <a:pt x="5858" y="8728"/>
                  </a:lnTo>
                  <a:cubicBezTo>
                    <a:pt x="6037" y="8871"/>
                    <a:pt x="6251" y="8990"/>
                    <a:pt x="6465" y="9085"/>
                  </a:cubicBezTo>
                  <a:lnTo>
                    <a:pt x="6465" y="9573"/>
                  </a:lnTo>
                  <a:cubicBezTo>
                    <a:pt x="6465" y="9740"/>
                    <a:pt x="6608" y="9871"/>
                    <a:pt x="6763" y="9871"/>
                  </a:cubicBezTo>
                  <a:lnTo>
                    <a:pt x="8108" y="9871"/>
                  </a:lnTo>
                  <a:cubicBezTo>
                    <a:pt x="8275" y="9871"/>
                    <a:pt x="8406" y="9740"/>
                    <a:pt x="8406" y="9573"/>
                  </a:cubicBezTo>
                  <a:lnTo>
                    <a:pt x="8406" y="9085"/>
                  </a:lnTo>
                  <a:cubicBezTo>
                    <a:pt x="8632" y="8990"/>
                    <a:pt x="8823" y="8871"/>
                    <a:pt x="9013" y="8728"/>
                  </a:cubicBezTo>
                  <a:lnTo>
                    <a:pt x="9442" y="8978"/>
                  </a:lnTo>
                  <a:cubicBezTo>
                    <a:pt x="9497" y="9010"/>
                    <a:pt x="9548" y="9020"/>
                    <a:pt x="9596" y="9020"/>
                  </a:cubicBezTo>
                  <a:cubicBezTo>
                    <a:pt x="9620" y="9020"/>
                    <a:pt x="9644" y="9018"/>
                    <a:pt x="9668" y="9014"/>
                  </a:cubicBezTo>
                  <a:cubicBezTo>
                    <a:pt x="9739" y="8990"/>
                    <a:pt x="9799" y="8930"/>
                    <a:pt x="9847" y="8871"/>
                  </a:cubicBezTo>
                  <a:lnTo>
                    <a:pt x="10513" y="7716"/>
                  </a:lnTo>
                  <a:cubicBezTo>
                    <a:pt x="10561" y="7597"/>
                    <a:pt x="10561" y="7525"/>
                    <a:pt x="10549" y="7442"/>
                  </a:cubicBezTo>
                  <a:cubicBezTo>
                    <a:pt x="10537" y="7371"/>
                    <a:pt x="10478" y="7311"/>
                    <a:pt x="10406" y="7263"/>
                  </a:cubicBezTo>
                  <a:lnTo>
                    <a:pt x="9978" y="7013"/>
                  </a:lnTo>
                  <a:cubicBezTo>
                    <a:pt x="9989" y="6894"/>
                    <a:pt x="10013" y="6775"/>
                    <a:pt x="10013" y="6668"/>
                  </a:cubicBezTo>
                  <a:cubicBezTo>
                    <a:pt x="10013" y="6549"/>
                    <a:pt x="10001" y="6430"/>
                    <a:pt x="9978" y="6335"/>
                  </a:cubicBezTo>
                  <a:lnTo>
                    <a:pt x="10406" y="6073"/>
                  </a:lnTo>
                  <a:cubicBezTo>
                    <a:pt x="10549" y="6001"/>
                    <a:pt x="10609" y="5823"/>
                    <a:pt x="10513" y="5680"/>
                  </a:cubicBezTo>
                  <a:lnTo>
                    <a:pt x="10311" y="5323"/>
                  </a:lnTo>
                  <a:cubicBezTo>
                    <a:pt x="10280" y="5268"/>
                    <a:pt x="10228" y="5239"/>
                    <a:pt x="10176" y="5239"/>
                  </a:cubicBezTo>
                  <a:cubicBezTo>
                    <a:pt x="10148" y="5239"/>
                    <a:pt x="10121" y="5247"/>
                    <a:pt x="10097" y="5263"/>
                  </a:cubicBezTo>
                  <a:cubicBezTo>
                    <a:pt x="10025" y="5299"/>
                    <a:pt x="9989" y="5394"/>
                    <a:pt x="10037" y="5466"/>
                  </a:cubicBezTo>
                  <a:lnTo>
                    <a:pt x="10228" y="5811"/>
                  </a:lnTo>
                  <a:lnTo>
                    <a:pt x="9727" y="6108"/>
                  </a:lnTo>
                  <a:cubicBezTo>
                    <a:pt x="9668" y="6132"/>
                    <a:pt x="9632" y="6216"/>
                    <a:pt x="9656" y="6275"/>
                  </a:cubicBezTo>
                  <a:cubicBezTo>
                    <a:pt x="9680" y="6406"/>
                    <a:pt x="9680" y="6537"/>
                    <a:pt x="9680" y="6668"/>
                  </a:cubicBezTo>
                  <a:cubicBezTo>
                    <a:pt x="9680" y="6811"/>
                    <a:pt x="9668" y="6942"/>
                    <a:pt x="9656" y="7073"/>
                  </a:cubicBezTo>
                  <a:cubicBezTo>
                    <a:pt x="9632" y="7132"/>
                    <a:pt x="9668" y="7204"/>
                    <a:pt x="9727" y="7240"/>
                  </a:cubicBezTo>
                  <a:lnTo>
                    <a:pt x="10228" y="7537"/>
                  </a:lnTo>
                  <a:lnTo>
                    <a:pt x="9573" y="8668"/>
                  </a:lnTo>
                  <a:lnTo>
                    <a:pt x="9073" y="8371"/>
                  </a:lnTo>
                  <a:cubicBezTo>
                    <a:pt x="9045" y="8354"/>
                    <a:pt x="9015" y="8345"/>
                    <a:pt x="8986" y="8345"/>
                  </a:cubicBezTo>
                  <a:cubicBezTo>
                    <a:pt x="8952" y="8345"/>
                    <a:pt x="8920" y="8357"/>
                    <a:pt x="8894" y="8383"/>
                  </a:cubicBezTo>
                  <a:cubicBezTo>
                    <a:pt x="8680" y="8561"/>
                    <a:pt x="8442" y="8692"/>
                    <a:pt x="8192" y="8787"/>
                  </a:cubicBezTo>
                  <a:cubicBezTo>
                    <a:pt x="8132" y="8799"/>
                    <a:pt x="8084" y="8859"/>
                    <a:pt x="8084" y="8930"/>
                  </a:cubicBezTo>
                  <a:lnTo>
                    <a:pt x="8084" y="9514"/>
                  </a:lnTo>
                  <a:lnTo>
                    <a:pt x="6775" y="9514"/>
                  </a:lnTo>
                  <a:lnTo>
                    <a:pt x="6775" y="8930"/>
                  </a:lnTo>
                  <a:cubicBezTo>
                    <a:pt x="6775" y="8871"/>
                    <a:pt x="6739" y="8811"/>
                    <a:pt x="6679" y="8787"/>
                  </a:cubicBezTo>
                  <a:cubicBezTo>
                    <a:pt x="6418" y="8692"/>
                    <a:pt x="6179" y="8561"/>
                    <a:pt x="5977" y="8383"/>
                  </a:cubicBezTo>
                  <a:cubicBezTo>
                    <a:pt x="5951" y="8357"/>
                    <a:pt x="5919" y="8345"/>
                    <a:pt x="5885" y="8345"/>
                  </a:cubicBezTo>
                  <a:cubicBezTo>
                    <a:pt x="5856" y="8345"/>
                    <a:pt x="5826" y="8354"/>
                    <a:pt x="5798" y="8371"/>
                  </a:cubicBezTo>
                  <a:lnTo>
                    <a:pt x="5286" y="8668"/>
                  </a:lnTo>
                  <a:lnTo>
                    <a:pt x="4632" y="7537"/>
                  </a:lnTo>
                  <a:lnTo>
                    <a:pt x="5144" y="7240"/>
                  </a:lnTo>
                  <a:cubicBezTo>
                    <a:pt x="5203" y="7204"/>
                    <a:pt x="5227" y="7132"/>
                    <a:pt x="5215" y="7073"/>
                  </a:cubicBezTo>
                  <a:cubicBezTo>
                    <a:pt x="5191" y="6942"/>
                    <a:pt x="5191" y="6811"/>
                    <a:pt x="5191" y="6668"/>
                  </a:cubicBezTo>
                  <a:cubicBezTo>
                    <a:pt x="5191" y="6537"/>
                    <a:pt x="5203" y="6406"/>
                    <a:pt x="5215" y="6275"/>
                  </a:cubicBezTo>
                  <a:cubicBezTo>
                    <a:pt x="5227" y="6216"/>
                    <a:pt x="5203" y="6132"/>
                    <a:pt x="5144" y="6108"/>
                  </a:cubicBezTo>
                  <a:lnTo>
                    <a:pt x="4632" y="5811"/>
                  </a:lnTo>
                  <a:lnTo>
                    <a:pt x="5286" y="4680"/>
                  </a:lnTo>
                  <a:lnTo>
                    <a:pt x="5798" y="4977"/>
                  </a:lnTo>
                  <a:cubicBezTo>
                    <a:pt x="5825" y="4988"/>
                    <a:pt x="5854" y="4994"/>
                    <a:pt x="5883" y="4994"/>
                  </a:cubicBezTo>
                  <a:cubicBezTo>
                    <a:pt x="5917" y="4994"/>
                    <a:pt x="5951" y="4985"/>
                    <a:pt x="5977" y="4965"/>
                  </a:cubicBezTo>
                  <a:cubicBezTo>
                    <a:pt x="6179" y="4787"/>
                    <a:pt x="6418" y="4644"/>
                    <a:pt x="6679" y="4561"/>
                  </a:cubicBezTo>
                  <a:cubicBezTo>
                    <a:pt x="6739" y="4549"/>
                    <a:pt x="6775" y="4489"/>
                    <a:pt x="6775" y="4406"/>
                  </a:cubicBezTo>
                  <a:lnTo>
                    <a:pt x="6775" y="3834"/>
                  </a:lnTo>
                  <a:lnTo>
                    <a:pt x="8084" y="3834"/>
                  </a:lnTo>
                  <a:lnTo>
                    <a:pt x="8084" y="4406"/>
                  </a:lnTo>
                  <a:cubicBezTo>
                    <a:pt x="8084" y="4465"/>
                    <a:pt x="8132" y="4525"/>
                    <a:pt x="8192" y="4561"/>
                  </a:cubicBezTo>
                  <a:cubicBezTo>
                    <a:pt x="8442" y="4644"/>
                    <a:pt x="8680" y="4787"/>
                    <a:pt x="8894" y="4965"/>
                  </a:cubicBezTo>
                  <a:cubicBezTo>
                    <a:pt x="8920" y="4985"/>
                    <a:pt x="8954" y="4994"/>
                    <a:pt x="8988" y="4994"/>
                  </a:cubicBezTo>
                  <a:cubicBezTo>
                    <a:pt x="9017" y="4994"/>
                    <a:pt x="9046" y="4988"/>
                    <a:pt x="9073" y="4977"/>
                  </a:cubicBezTo>
                  <a:lnTo>
                    <a:pt x="9573" y="4680"/>
                  </a:lnTo>
                  <a:lnTo>
                    <a:pt x="9716" y="4906"/>
                  </a:lnTo>
                  <a:cubicBezTo>
                    <a:pt x="9740" y="4955"/>
                    <a:pt x="9793" y="4982"/>
                    <a:pt x="9847" y="4982"/>
                  </a:cubicBezTo>
                  <a:cubicBezTo>
                    <a:pt x="9871" y="4982"/>
                    <a:pt x="9896" y="4977"/>
                    <a:pt x="9918" y="4965"/>
                  </a:cubicBezTo>
                  <a:cubicBezTo>
                    <a:pt x="9989" y="4918"/>
                    <a:pt x="10025" y="4823"/>
                    <a:pt x="9978" y="4751"/>
                  </a:cubicBezTo>
                  <a:lnTo>
                    <a:pt x="9847" y="4513"/>
                  </a:lnTo>
                  <a:cubicBezTo>
                    <a:pt x="9798" y="4424"/>
                    <a:pt x="9699" y="4367"/>
                    <a:pt x="9592" y="4367"/>
                  </a:cubicBezTo>
                  <a:cubicBezTo>
                    <a:pt x="9542" y="4367"/>
                    <a:pt x="9491" y="4379"/>
                    <a:pt x="9442" y="4406"/>
                  </a:cubicBezTo>
                  <a:lnTo>
                    <a:pt x="9013" y="4668"/>
                  </a:lnTo>
                  <a:cubicBezTo>
                    <a:pt x="8835" y="4513"/>
                    <a:pt x="8620" y="4394"/>
                    <a:pt x="8406" y="4311"/>
                  </a:cubicBezTo>
                  <a:lnTo>
                    <a:pt x="8406" y="3811"/>
                  </a:lnTo>
                  <a:cubicBezTo>
                    <a:pt x="8406" y="3727"/>
                    <a:pt x="8358" y="3632"/>
                    <a:pt x="8299" y="3596"/>
                  </a:cubicBezTo>
                  <a:lnTo>
                    <a:pt x="8299" y="1656"/>
                  </a:lnTo>
                  <a:cubicBezTo>
                    <a:pt x="8299" y="1060"/>
                    <a:pt x="7596" y="536"/>
                    <a:pt x="6394" y="239"/>
                  </a:cubicBezTo>
                  <a:cubicBezTo>
                    <a:pt x="6384" y="237"/>
                    <a:pt x="6375" y="237"/>
                    <a:pt x="6365" y="237"/>
                  </a:cubicBezTo>
                  <a:cubicBezTo>
                    <a:pt x="6284" y="237"/>
                    <a:pt x="6225" y="283"/>
                    <a:pt x="6203" y="358"/>
                  </a:cubicBezTo>
                  <a:cubicBezTo>
                    <a:pt x="6179" y="453"/>
                    <a:pt x="6227" y="524"/>
                    <a:pt x="6322" y="560"/>
                  </a:cubicBezTo>
                  <a:cubicBezTo>
                    <a:pt x="7346" y="810"/>
                    <a:pt x="7989" y="1239"/>
                    <a:pt x="7989" y="1667"/>
                  </a:cubicBezTo>
                  <a:cubicBezTo>
                    <a:pt x="7989" y="2001"/>
                    <a:pt x="7596" y="2346"/>
                    <a:pt x="6918" y="2596"/>
                  </a:cubicBezTo>
                  <a:cubicBezTo>
                    <a:pt x="6179" y="2882"/>
                    <a:pt x="5203" y="3025"/>
                    <a:pt x="4143" y="3025"/>
                  </a:cubicBezTo>
                  <a:cubicBezTo>
                    <a:pt x="3703" y="3025"/>
                    <a:pt x="3262" y="3001"/>
                    <a:pt x="2846" y="2941"/>
                  </a:cubicBezTo>
                  <a:cubicBezTo>
                    <a:pt x="2833" y="2938"/>
                    <a:pt x="2821" y="2936"/>
                    <a:pt x="2809" y="2936"/>
                  </a:cubicBezTo>
                  <a:cubicBezTo>
                    <a:pt x="2742" y="2936"/>
                    <a:pt x="2687" y="2991"/>
                    <a:pt x="2667" y="3072"/>
                  </a:cubicBezTo>
                  <a:cubicBezTo>
                    <a:pt x="2655" y="3156"/>
                    <a:pt x="2715" y="3239"/>
                    <a:pt x="2810" y="3251"/>
                  </a:cubicBezTo>
                  <a:cubicBezTo>
                    <a:pt x="3239" y="3311"/>
                    <a:pt x="3679" y="3334"/>
                    <a:pt x="4143" y="3334"/>
                  </a:cubicBezTo>
                  <a:cubicBezTo>
                    <a:pt x="5227" y="3334"/>
                    <a:pt x="6239" y="3168"/>
                    <a:pt x="7013" y="2870"/>
                  </a:cubicBezTo>
                  <a:cubicBezTo>
                    <a:pt x="7430" y="2715"/>
                    <a:pt x="7763" y="2525"/>
                    <a:pt x="7965" y="2310"/>
                  </a:cubicBezTo>
                  <a:lnTo>
                    <a:pt x="7965" y="3525"/>
                  </a:lnTo>
                  <a:lnTo>
                    <a:pt x="6751" y="3525"/>
                  </a:lnTo>
                  <a:cubicBezTo>
                    <a:pt x="6584" y="3525"/>
                    <a:pt x="6453" y="3668"/>
                    <a:pt x="6453" y="3822"/>
                  </a:cubicBezTo>
                  <a:lnTo>
                    <a:pt x="6453" y="4323"/>
                  </a:lnTo>
                  <a:cubicBezTo>
                    <a:pt x="6227" y="4406"/>
                    <a:pt x="6037" y="4525"/>
                    <a:pt x="5846" y="4680"/>
                  </a:cubicBezTo>
                  <a:lnTo>
                    <a:pt x="5406" y="4418"/>
                  </a:lnTo>
                  <a:cubicBezTo>
                    <a:pt x="5360" y="4395"/>
                    <a:pt x="5315" y="4387"/>
                    <a:pt x="5270" y="4387"/>
                  </a:cubicBezTo>
                  <a:cubicBezTo>
                    <a:pt x="5243" y="4387"/>
                    <a:pt x="5217" y="4390"/>
                    <a:pt x="5191" y="4394"/>
                  </a:cubicBezTo>
                  <a:cubicBezTo>
                    <a:pt x="5108" y="4406"/>
                    <a:pt x="5048" y="4465"/>
                    <a:pt x="5013" y="4525"/>
                  </a:cubicBezTo>
                  <a:lnTo>
                    <a:pt x="4334" y="5692"/>
                  </a:lnTo>
                  <a:cubicBezTo>
                    <a:pt x="4322" y="5704"/>
                    <a:pt x="4322" y="5716"/>
                    <a:pt x="4322" y="5727"/>
                  </a:cubicBezTo>
                  <a:lnTo>
                    <a:pt x="4132" y="5727"/>
                  </a:lnTo>
                  <a:cubicBezTo>
                    <a:pt x="3084" y="5727"/>
                    <a:pt x="2107" y="5585"/>
                    <a:pt x="1357" y="5299"/>
                  </a:cubicBezTo>
                  <a:cubicBezTo>
                    <a:pt x="679" y="5049"/>
                    <a:pt x="286" y="4704"/>
                    <a:pt x="286" y="4382"/>
                  </a:cubicBezTo>
                  <a:lnTo>
                    <a:pt x="286" y="2322"/>
                  </a:lnTo>
                  <a:cubicBezTo>
                    <a:pt x="643" y="2668"/>
                    <a:pt x="1274" y="2965"/>
                    <a:pt x="2131" y="3144"/>
                  </a:cubicBezTo>
                  <a:lnTo>
                    <a:pt x="2167" y="3144"/>
                  </a:lnTo>
                  <a:cubicBezTo>
                    <a:pt x="2238" y="3144"/>
                    <a:pt x="2298" y="3096"/>
                    <a:pt x="2322" y="3025"/>
                  </a:cubicBezTo>
                  <a:cubicBezTo>
                    <a:pt x="2334" y="2930"/>
                    <a:pt x="2286" y="2858"/>
                    <a:pt x="2203" y="2846"/>
                  </a:cubicBezTo>
                  <a:cubicBezTo>
                    <a:pt x="1036" y="2596"/>
                    <a:pt x="298" y="2132"/>
                    <a:pt x="298" y="1667"/>
                  </a:cubicBezTo>
                  <a:cubicBezTo>
                    <a:pt x="298" y="1346"/>
                    <a:pt x="679" y="1001"/>
                    <a:pt x="1369" y="751"/>
                  </a:cubicBezTo>
                  <a:cubicBezTo>
                    <a:pt x="2096" y="465"/>
                    <a:pt x="3072" y="322"/>
                    <a:pt x="4132" y="322"/>
                  </a:cubicBezTo>
                  <a:cubicBezTo>
                    <a:pt x="4667" y="322"/>
                    <a:pt x="5191" y="358"/>
                    <a:pt x="5679" y="441"/>
                  </a:cubicBezTo>
                  <a:cubicBezTo>
                    <a:pt x="5687" y="442"/>
                    <a:pt x="5695" y="443"/>
                    <a:pt x="5703" y="443"/>
                  </a:cubicBezTo>
                  <a:cubicBezTo>
                    <a:pt x="5786" y="443"/>
                    <a:pt x="5847" y="385"/>
                    <a:pt x="5858" y="298"/>
                  </a:cubicBezTo>
                  <a:cubicBezTo>
                    <a:pt x="5870" y="215"/>
                    <a:pt x="5810" y="143"/>
                    <a:pt x="5727" y="120"/>
                  </a:cubicBezTo>
                  <a:cubicBezTo>
                    <a:pt x="5215" y="36"/>
                    <a:pt x="4679" y="1"/>
                    <a:pt x="413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7634;p55">
              <a:extLst>
                <a:ext uri="{FF2B5EF4-FFF2-40B4-BE49-F238E27FC236}">
                  <a16:creationId xmlns:a16="http://schemas.microsoft.com/office/drawing/2014/main" id="{26D3CC0B-51ED-48D4-ACBC-C7AA333BF8BF}"/>
                </a:ext>
              </a:extLst>
            </p:cNvPr>
            <p:cNvSpPr/>
            <p:nvPr/>
          </p:nvSpPr>
          <p:spPr>
            <a:xfrm>
              <a:off x="6306652" y="2638748"/>
              <a:ext cx="59904" cy="59522"/>
            </a:xfrm>
            <a:custGeom>
              <a:avLst/>
              <a:gdLst/>
              <a:ahLst/>
              <a:cxnLst/>
              <a:rect l="l" t="t" r="r" b="b"/>
              <a:pathLst>
                <a:path w="1882" h="1870" extrusionOk="0">
                  <a:moveTo>
                    <a:pt x="941" y="310"/>
                  </a:moveTo>
                  <a:cubicBezTo>
                    <a:pt x="1287" y="310"/>
                    <a:pt x="1561" y="596"/>
                    <a:pt x="1561" y="929"/>
                  </a:cubicBezTo>
                  <a:cubicBezTo>
                    <a:pt x="1561" y="1274"/>
                    <a:pt x="1287" y="1560"/>
                    <a:pt x="941" y="1560"/>
                  </a:cubicBezTo>
                  <a:cubicBezTo>
                    <a:pt x="596" y="1560"/>
                    <a:pt x="310" y="1274"/>
                    <a:pt x="310" y="929"/>
                  </a:cubicBezTo>
                  <a:cubicBezTo>
                    <a:pt x="310" y="596"/>
                    <a:pt x="596" y="310"/>
                    <a:pt x="941" y="310"/>
                  </a:cubicBezTo>
                  <a:close/>
                  <a:moveTo>
                    <a:pt x="941" y="0"/>
                  </a:moveTo>
                  <a:cubicBezTo>
                    <a:pt x="418" y="0"/>
                    <a:pt x="1" y="417"/>
                    <a:pt x="1" y="929"/>
                  </a:cubicBezTo>
                  <a:cubicBezTo>
                    <a:pt x="1" y="1453"/>
                    <a:pt x="418" y="1870"/>
                    <a:pt x="941" y="1870"/>
                  </a:cubicBezTo>
                  <a:cubicBezTo>
                    <a:pt x="1465" y="1870"/>
                    <a:pt x="1882" y="1453"/>
                    <a:pt x="1882" y="929"/>
                  </a:cubicBezTo>
                  <a:cubicBezTo>
                    <a:pt x="1882" y="417"/>
                    <a:pt x="1465" y="0"/>
                    <a:pt x="94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5"/>
          <p:cNvSpPr/>
          <p:nvPr/>
        </p:nvSpPr>
        <p:spPr>
          <a:xfrm>
            <a:off x="1547900" y="1076500"/>
            <a:ext cx="7596000" cy="2887800"/>
          </a:xfrm>
          <a:prstGeom prst="rect">
            <a:avLst/>
          </a:prstGeom>
          <a:solidFill>
            <a:srgbClr val="CADC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5"/>
          <p:cNvSpPr txBox="1">
            <a:spLocks noGrp="1"/>
          </p:cNvSpPr>
          <p:nvPr>
            <p:ph type="title"/>
          </p:nvPr>
        </p:nvSpPr>
        <p:spPr>
          <a:xfrm>
            <a:off x="5521500" y="2426200"/>
            <a:ext cx="4959000" cy="644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solidFill>
                  <a:srgbClr val="FFFFFF"/>
                </a:solidFill>
              </a:rPr>
              <a:t>EXISTING SYSTEM</a:t>
            </a:r>
            <a:endParaRPr dirty="0">
              <a:solidFill>
                <a:srgbClr val="FFFFFF"/>
              </a:solidFill>
            </a:endParaRPr>
          </a:p>
        </p:txBody>
      </p:sp>
      <p:sp>
        <p:nvSpPr>
          <p:cNvPr id="181" name="Google Shape;181;p25"/>
          <p:cNvSpPr txBox="1">
            <a:spLocks noGrp="1"/>
          </p:cNvSpPr>
          <p:nvPr>
            <p:ph type="subTitle" idx="1"/>
          </p:nvPr>
        </p:nvSpPr>
        <p:spPr>
          <a:xfrm>
            <a:off x="5521500" y="2854825"/>
            <a:ext cx="3888600" cy="469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dirty="0">
              <a:solidFill>
                <a:srgbClr val="FFFFFF"/>
              </a:solidFill>
            </a:endParaRPr>
          </a:p>
        </p:txBody>
      </p:sp>
      <p:sp>
        <p:nvSpPr>
          <p:cNvPr id="182" name="Google Shape;182;p25"/>
          <p:cNvSpPr txBox="1">
            <a:spLocks noGrp="1"/>
          </p:cNvSpPr>
          <p:nvPr>
            <p:ph type="title" idx="2"/>
          </p:nvPr>
        </p:nvSpPr>
        <p:spPr>
          <a:xfrm>
            <a:off x="5521500" y="2210575"/>
            <a:ext cx="1654200" cy="35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rgbClr val="FFFFFF"/>
                </a:solidFill>
              </a:rPr>
              <a:t>05</a:t>
            </a:r>
            <a:endParaRPr dirty="0">
              <a:solidFill>
                <a:srgbClr val="FFFFFF"/>
              </a:solidFill>
            </a:endParaRPr>
          </a:p>
        </p:txBody>
      </p:sp>
      <p:pic>
        <p:nvPicPr>
          <p:cNvPr id="183" name="Google Shape;183;p25"/>
          <p:cNvPicPr preferRelativeResize="0"/>
          <p:nvPr/>
        </p:nvPicPr>
        <p:blipFill rotWithShape="1">
          <a:blip r:embed="rId3">
            <a:alphaModFix/>
          </a:blip>
          <a:srcRect l="16964"/>
          <a:stretch/>
        </p:blipFill>
        <p:spPr>
          <a:xfrm>
            <a:off x="970800" y="1191400"/>
            <a:ext cx="3319425" cy="2647450"/>
          </a:xfrm>
          <a:prstGeom prst="rect">
            <a:avLst/>
          </a:prstGeom>
          <a:noFill/>
          <a:ln>
            <a:noFill/>
          </a:ln>
        </p:spPr>
      </p:pic>
    </p:spTree>
    <p:extLst>
      <p:ext uri="{BB962C8B-B14F-4D97-AF65-F5344CB8AC3E}">
        <p14:creationId xmlns:p14="http://schemas.microsoft.com/office/powerpoint/2010/main" val="335828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43" name="Google Shape;443;p36"/>
          <p:cNvSpPr txBox="1">
            <a:spLocks noGrp="1"/>
          </p:cNvSpPr>
          <p:nvPr>
            <p:ph type="title"/>
          </p:nvPr>
        </p:nvSpPr>
        <p:spPr>
          <a:xfrm rot="-5400000">
            <a:off x="-1703750" y="2552056"/>
            <a:ext cx="4302300" cy="2064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sz="1600" dirty="0"/>
              <a:t>EXISTING SYSTEM</a:t>
            </a:r>
            <a:endParaRPr sz="1600" dirty="0"/>
          </a:p>
        </p:txBody>
      </p:sp>
      <p:sp>
        <p:nvSpPr>
          <p:cNvPr id="3" name="TextBox 2">
            <a:extLst>
              <a:ext uri="{FF2B5EF4-FFF2-40B4-BE49-F238E27FC236}">
                <a16:creationId xmlns:a16="http://schemas.microsoft.com/office/drawing/2014/main" id="{DAC0787D-8981-4CD2-AC88-392068ED1B71}"/>
              </a:ext>
            </a:extLst>
          </p:cNvPr>
          <p:cNvSpPr txBox="1"/>
          <p:nvPr/>
        </p:nvSpPr>
        <p:spPr>
          <a:xfrm>
            <a:off x="5061838" y="713793"/>
            <a:ext cx="3996099" cy="307777"/>
          </a:xfrm>
          <a:prstGeom prst="rect">
            <a:avLst/>
          </a:prstGeom>
          <a:noFill/>
        </p:spPr>
        <p:txBody>
          <a:bodyPr wrap="square" rtlCol="0">
            <a:spAutoFit/>
          </a:bodyPr>
          <a:lstStyle/>
          <a:p>
            <a:endParaRPr lang="en-IN" dirty="0"/>
          </a:p>
        </p:txBody>
      </p:sp>
      <p:sp>
        <p:nvSpPr>
          <p:cNvPr id="4" name="TextBox 3">
            <a:extLst>
              <a:ext uri="{FF2B5EF4-FFF2-40B4-BE49-F238E27FC236}">
                <a16:creationId xmlns:a16="http://schemas.microsoft.com/office/drawing/2014/main" id="{48C813ED-7B32-476E-8009-788D5D2C2A31}"/>
              </a:ext>
            </a:extLst>
          </p:cNvPr>
          <p:cNvSpPr txBox="1"/>
          <p:nvPr/>
        </p:nvSpPr>
        <p:spPr>
          <a:xfrm>
            <a:off x="5061838" y="726523"/>
            <a:ext cx="3996098" cy="307777"/>
          </a:xfrm>
          <a:prstGeom prst="rect">
            <a:avLst/>
          </a:prstGeom>
          <a:noFill/>
        </p:spPr>
        <p:txBody>
          <a:bodyPr wrap="square" rtlCol="0">
            <a:spAutoFit/>
          </a:bodyPr>
          <a:lstStyle/>
          <a:p>
            <a:endParaRPr lang="en-IN" dirty="0"/>
          </a:p>
        </p:txBody>
      </p:sp>
      <p:pic>
        <p:nvPicPr>
          <p:cNvPr id="7" name="Google Shape;757;p39">
            <a:extLst>
              <a:ext uri="{FF2B5EF4-FFF2-40B4-BE49-F238E27FC236}">
                <a16:creationId xmlns:a16="http://schemas.microsoft.com/office/drawing/2014/main" id="{4FA0E541-74ED-4BE1-BFE4-557A28E94550}"/>
              </a:ext>
            </a:extLst>
          </p:cNvPr>
          <p:cNvPicPr preferRelativeResize="0"/>
          <p:nvPr/>
        </p:nvPicPr>
        <p:blipFill>
          <a:blip r:embed="rId3">
            <a:alphaModFix/>
          </a:blip>
          <a:stretch>
            <a:fillRect/>
          </a:stretch>
        </p:blipFill>
        <p:spPr>
          <a:xfrm>
            <a:off x="1549809" y="-2"/>
            <a:ext cx="3429001" cy="5143502"/>
          </a:xfrm>
          <a:prstGeom prst="rect">
            <a:avLst/>
          </a:prstGeom>
          <a:noFill/>
          <a:ln>
            <a:noFill/>
          </a:ln>
        </p:spPr>
      </p:pic>
      <p:sp>
        <p:nvSpPr>
          <p:cNvPr id="5" name="TextBox 4">
            <a:extLst>
              <a:ext uri="{FF2B5EF4-FFF2-40B4-BE49-F238E27FC236}">
                <a16:creationId xmlns:a16="http://schemas.microsoft.com/office/drawing/2014/main" id="{0542C568-31C8-B3BF-2C41-B41F36C90F29}"/>
              </a:ext>
            </a:extLst>
          </p:cNvPr>
          <p:cNvSpPr txBox="1"/>
          <p:nvPr/>
        </p:nvSpPr>
        <p:spPr>
          <a:xfrm>
            <a:off x="5151616" y="1021570"/>
            <a:ext cx="3996098" cy="2554545"/>
          </a:xfrm>
          <a:prstGeom prst="rect">
            <a:avLst/>
          </a:prstGeom>
          <a:noFill/>
        </p:spPr>
        <p:txBody>
          <a:bodyPr wrap="square">
            <a:spAutoFit/>
          </a:bodyPr>
          <a:lstStyle/>
          <a:p>
            <a:pPr lvl="1"/>
            <a:r>
              <a:rPr lang="en-US" sz="1600" dirty="0">
                <a:latin typeface="Raleway" pitchFamily="2" charset="0"/>
              </a:rPr>
              <a:t>	The traditional system requires a large number of features clinical as well as histopathological for analysis and to provide further treatment. The disease diagnosis and prediction becomes difficult as the complexity and number of features of the disease increases. Therefore a computer-aided diagnosis and recognition system is introduced</a:t>
            </a:r>
            <a:r>
              <a:rPr lang="en-US" sz="1600" dirty="0"/>
              <a:t>. </a:t>
            </a:r>
            <a:endParaRPr lang="en-IN" sz="1600" dirty="0"/>
          </a:p>
        </p:txBody>
      </p:sp>
    </p:spTree>
    <p:extLst>
      <p:ext uri="{BB962C8B-B14F-4D97-AF65-F5344CB8AC3E}">
        <p14:creationId xmlns:p14="http://schemas.microsoft.com/office/powerpoint/2010/main" val="14638240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5"/>
          <p:cNvSpPr/>
          <p:nvPr/>
        </p:nvSpPr>
        <p:spPr>
          <a:xfrm>
            <a:off x="1547900" y="1076500"/>
            <a:ext cx="7596000" cy="2887800"/>
          </a:xfrm>
          <a:prstGeom prst="rect">
            <a:avLst/>
          </a:prstGeom>
          <a:solidFill>
            <a:srgbClr val="CADC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5"/>
          <p:cNvSpPr txBox="1">
            <a:spLocks noGrp="1"/>
          </p:cNvSpPr>
          <p:nvPr>
            <p:ph type="title"/>
          </p:nvPr>
        </p:nvSpPr>
        <p:spPr>
          <a:xfrm>
            <a:off x="5521500" y="2426200"/>
            <a:ext cx="4959000" cy="644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solidFill>
                  <a:srgbClr val="FFFFFF"/>
                </a:solidFill>
              </a:rPr>
              <a:t>PROPOSED SYSTEM</a:t>
            </a:r>
            <a:endParaRPr dirty="0">
              <a:solidFill>
                <a:srgbClr val="FFFFFF"/>
              </a:solidFill>
            </a:endParaRPr>
          </a:p>
        </p:txBody>
      </p:sp>
      <p:sp>
        <p:nvSpPr>
          <p:cNvPr id="181" name="Google Shape;181;p25"/>
          <p:cNvSpPr txBox="1">
            <a:spLocks noGrp="1"/>
          </p:cNvSpPr>
          <p:nvPr>
            <p:ph type="subTitle" idx="1"/>
          </p:nvPr>
        </p:nvSpPr>
        <p:spPr>
          <a:xfrm>
            <a:off x="5521500" y="2854825"/>
            <a:ext cx="3888600" cy="469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dirty="0">
              <a:solidFill>
                <a:srgbClr val="FFFFFF"/>
              </a:solidFill>
            </a:endParaRPr>
          </a:p>
        </p:txBody>
      </p:sp>
      <p:sp>
        <p:nvSpPr>
          <p:cNvPr id="182" name="Google Shape;182;p25"/>
          <p:cNvSpPr txBox="1">
            <a:spLocks noGrp="1"/>
          </p:cNvSpPr>
          <p:nvPr>
            <p:ph type="title" idx="2"/>
          </p:nvPr>
        </p:nvSpPr>
        <p:spPr>
          <a:xfrm>
            <a:off x="5521500" y="2210575"/>
            <a:ext cx="1654200" cy="35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rgbClr val="FFFFFF"/>
                </a:solidFill>
              </a:rPr>
              <a:t>06</a:t>
            </a:r>
            <a:endParaRPr dirty="0">
              <a:solidFill>
                <a:srgbClr val="FFFFFF"/>
              </a:solidFill>
            </a:endParaRPr>
          </a:p>
        </p:txBody>
      </p:sp>
      <p:pic>
        <p:nvPicPr>
          <p:cNvPr id="183" name="Google Shape;183;p25"/>
          <p:cNvPicPr preferRelativeResize="0"/>
          <p:nvPr/>
        </p:nvPicPr>
        <p:blipFill rotWithShape="1">
          <a:blip r:embed="rId3">
            <a:alphaModFix/>
          </a:blip>
          <a:srcRect l="16964"/>
          <a:stretch/>
        </p:blipFill>
        <p:spPr>
          <a:xfrm>
            <a:off x="970800" y="1191400"/>
            <a:ext cx="3319425" cy="2647450"/>
          </a:xfrm>
          <a:prstGeom prst="rect">
            <a:avLst/>
          </a:prstGeom>
          <a:noFill/>
          <a:ln>
            <a:noFill/>
          </a:ln>
        </p:spPr>
      </p:pic>
    </p:spTree>
    <p:extLst>
      <p:ext uri="{BB962C8B-B14F-4D97-AF65-F5344CB8AC3E}">
        <p14:creationId xmlns:p14="http://schemas.microsoft.com/office/powerpoint/2010/main" val="34654209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pic>
        <p:nvPicPr>
          <p:cNvPr id="439" name="Google Shape;439;p36"/>
          <p:cNvPicPr preferRelativeResize="0"/>
          <p:nvPr/>
        </p:nvPicPr>
        <p:blipFill rotWithShape="1">
          <a:blip r:embed="rId3">
            <a:alphaModFix/>
          </a:blip>
          <a:srcRect l="25991" r="22823"/>
          <a:stretch/>
        </p:blipFill>
        <p:spPr>
          <a:xfrm>
            <a:off x="1239088" y="248400"/>
            <a:ext cx="3564199" cy="4646699"/>
          </a:xfrm>
          <a:prstGeom prst="rect">
            <a:avLst/>
          </a:prstGeom>
          <a:noFill/>
          <a:ln>
            <a:noFill/>
          </a:ln>
        </p:spPr>
      </p:pic>
      <p:sp>
        <p:nvSpPr>
          <p:cNvPr id="443" name="Google Shape;443;p36"/>
          <p:cNvSpPr txBox="1">
            <a:spLocks noGrp="1"/>
          </p:cNvSpPr>
          <p:nvPr>
            <p:ph type="title"/>
          </p:nvPr>
        </p:nvSpPr>
        <p:spPr>
          <a:xfrm rot="-5400000">
            <a:off x="-1703750" y="2552056"/>
            <a:ext cx="4302300" cy="2064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sz="1600" dirty="0"/>
              <a:t>PROPOSED SYSTEM</a:t>
            </a:r>
            <a:endParaRPr sz="1600" dirty="0"/>
          </a:p>
        </p:txBody>
      </p:sp>
      <p:sp>
        <p:nvSpPr>
          <p:cNvPr id="3" name="TextBox 2">
            <a:extLst>
              <a:ext uri="{FF2B5EF4-FFF2-40B4-BE49-F238E27FC236}">
                <a16:creationId xmlns:a16="http://schemas.microsoft.com/office/drawing/2014/main" id="{DAC0787D-8981-4CD2-AC88-392068ED1B71}"/>
              </a:ext>
            </a:extLst>
          </p:cNvPr>
          <p:cNvSpPr txBox="1"/>
          <p:nvPr/>
        </p:nvSpPr>
        <p:spPr>
          <a:xfrm>
            <a:off x="5061838" y="713793"/>
            <a:ext cx="3996099" cy="543739"/>
          </a:xfrm>
          <a:prstGeom prst="rect">
            <a:avLst/>
          </a:prstGeom>
          <a:noFill/>
        </p:spPr>
        <p:txBody>
          <a:bodyPr wrap="square" rtlCol="0">
            <a:spAutoFit/>
          </a:bodyPr>
          <a:lstStyle/>
          <a:p>
            <a:pPr marR="67945" lvl="0" fontAlgn="base">
              <a:spcAft>
                <a:spcPts val="400"/>
              </a:spcAft>
              <a:buClr>
                <a:schemeClr val="accent6"/>
              </a:buClr>
              <a:buSzPts val="1600"/>
            </a:pPr>
            <a:r>
              <a:rPr lang="en-IN" sz="1200" u="none" strike="noStrike" dirty="0">
                <a:solidFill>
                  <a:srgbClr val="000000"/>
                </a:solidFill>
                <a:effectLst/>
                <a:uFill>
                  <a:solidFill>
                    <a:srgbClr val="000000"/>
                  </a:solidFill>
                </a:uFill>
                <a:latin typeface="Raleway"/>
                <a:ea typeface="Arial" panose="020B0604020202020204" pitchFamily="34" charset="0"/>
                <a:cs typeface="Arial" panose="020B0604020202020204" pitchFamily="34" charset="0"/>
              </a:rPr>
              <a:t>.  </a:t>
            </a:r>
          </a:p>
          <a:p>
            <a:endParaRPr lang="en-IN" dirty="0"/>
          </a:p>
        </p:txBody>
      </p:sp>
      <p:sp>
        <p:nvSpPr>
          <p:cNvPr id="4" name="TextBox 3">
            <a:extLst>
              <a:ext uri="{FF2B5EF4-FFF2-40B4-BE49-F238E27FC236}">
                <a16:creationId xmlns:a16="http://schemas.microsoft.com/office/drawing/2014/main" id="{E8E98D88-0CA8-9AF7-AF50-E8787DB0DF9C}"/>
              </a:ext>
            </a:extLst>
          </p:cNvPr>
          <p:cNvSpPr txBox="1"/>
          <p:nvPr/>
        </p:nvSpPr>
        <p:spPr>
          <a:xfrm>
            <a:off x="4923398" y="824245"/>
            <a:ext cx="3720230" cy="3108543"/>
          </a:xfrm>
          <a:prstGeom prst="rect">
            <a:avLst/>
          </a:prstGeom>
          <a:noFill/>
        </p:spPr>
        <p:txBody>
          <a:bodyPr wrap="square">
            <a:spAutoFit/>
          </a:bodyPr>
          <a:lstStyle/>
          <a:p>
            <a:r>
              <a:rPr lang="en-US" dirty="0">
                <a:latin typeface="Raleway" pitchFamily="2" charset="0"/>
              </a:rPr>
              <a:t>	Therefore a computer-aided diagnosis and recognition system is introduced. </a:t>
            </a:r>
          </a:p>
          <a:p>
            <a:r>
              <a:rPr lang="en-US" dirty="0">
                <a:latin typeface="Raleway" pitchFamily="2" charset="0"/>
              </a:rPr>
              <a:t>Computer algorithm which contains few steps that involve image processing, image feature extraction, and classification of data has been implemented with the help of a classifier such as an artificial neural network (ANN). The algorithm uses feature extraction &amp; soft-max classifier of Convolutional neural network (CNN) for the detection of skin disease. The system will give more accuracy &amp; efficiency making it more reliable for dermatology.</a:t>
            </a:r>
            <a:endParaRPr lang="en-IN" dirty="0">
              <a:latin typeface="Raleway" pitchFamily="2"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7" name="Google Shape;457;p37"/>
          <p:cNvSpPr txBox="1">
            <a:spLocks noGrp="1"/>
          </p:cNvSpPr>
          <p:nvPr>
            <p:ph type="title"/>
          </p:nvPr>
        </p:nvSpPr>
        <p:spPr>
          <a:xfrm rot="-5400000">
            <a:off x="-1703750" y="2544750"/>
            <a:ext cx="4302300" cy="2064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sz="1600" dirty="0"/>
              <a:t>ADVANTAGES AND GOALS</a:t>
            </a:r>
            <a:endParaRPr sz="1600" dirty="0"/>
          </a:p>
        </p:txBody>
      </p:sp>
      <p:cxnSp>
        <p:nvCxnSpPr>
          <p:cNvPr id="47" name="Google Shape;470;p37">
            <a:extLst>
              <a:ext uri="{FF2B5EF4-FFF2-40B4-BE49-F238E27FC236}">
                <a16:creationId xmlns:a16="http://schemas.microsoft.com/office/drawing/2014/main" id="{C119B605-06E1-4FDA-8935-5D01575429FA}"/>
              </a:ext>
            </a:extLst>
          </p:cNvPr>
          <p:cNvCxnSpPr/>
          <p:nvPr/>
        </p:nvCxnSpPr>
        <p:spPr>
          <a:xfrm>
            <a:off x="1925991" y="4887401"/>
            <a:ext cx="5979900" cy="0"/>
          </a:xfrm>
          <a:prstGeom prst="straightConnector1">
            <a:avLst/>
          </a:prstGeom>
          <a:noFill/>
          <a:ln w="9525" cap="flat" cmpd="sng">
            <a:solidFill>
              <a:srgbClr val="CADCDC"/>
            </a:solidFill>
            <a:prstDash val="dot"/>
            <a:round/>
            <a:headEnd type="none" w="med" len="med"/>
            <a:tailEnd type="none" w="med" len="med"/>
          </a:ln>
        </p:spPr>
      </p:cxnSp>
      <p:cxnSp>
        <p:nvCxnSpPr>
          <p:cNvPr id="48" name="Google Shape;471;p37">
            <a:extLst>
              <a:ext uri="{FF2B5EF4-FFF2-40B4-BE49-F238E27FC236}">
                <a16:creationId xmlns:a16="http://schemas.microsoft.com/office/drawing/2014/main" id="{A2FCA602-F0ED-46DA-A94E-3E0A79B11443}"/>
              </a:ext>
            </a:extLst>
          </p:cNvPr>
          <p:cNvCxnSpPr/>
          <p:nvPr/>
        </p:nvCxnSpPr>
        <p:spPr>
          <a:xfrm>
            <a:off x="1925991" y="747713"/>
            <a:ext cx="5979900" cy="0"/>
          </a:xfrm>
          <a:prstGeom prst="straightConnector1">
            <a:avLst/>
          </a:prstGeom>
          <a:noFill/>
          <a:ln w="9525" cap="flat" cmpd="sng">
            <a:solidFill>
              <a:srgbClr val="CADCDC"/>
            </a:solidFill>
            <a:prstDash val="dot"/>
            <a:round/>
            <a:headEnd type="none" w="med" len="med"/>
            <a:tailEnd type="none" w="med" len="med"/>
          </a:ln>
        </p:spPr>
      </p:cxnSp>
      <p:sp>
        <p:nvSpPr>
          <p:cNvPr id="49" name="Google Shape;456;p37">
            <a:extLst>
              <a:ext uri="{FF2B5EF4-FFF2-40B4-BE49-F238E27FC236}">
                <a16:creationId xmlns:a16="http://schemas.microsoft.com/office/drawing/2014/main" id="{A8CBED00-55FF-46E8-B08B-C7AFD7D67483}"/>
              </a:ext>
            </a:extLst>
          </p:cNvPr>
          <p:cNvSpPr/>
          <p:nvPr/>
        </p:nvSpPr>
        <p:spPr>
          <a:xfrm>
            <a:off x="3710947" y="1299113"/>
            <a:ext cx="2409987" cy="2107028"/>
          </a:xfrm>
          <a:prstGeom prst="rect">
            <a:avLst/>
          </a:prstGeom>
          <a:noFill/>
          <a:ln w="19050" cap="flat" cmpd="sng">
            <a:solidFill>
              <a:srgbClr val="CADC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63;p37">
            <a:extLst>
              <a:ext uri="{FF2B5EF4-FFF2-40B4-BE49-F238E27FC236}">
                <a16:creationId xmlns:a16="http://schemas.microsoft.com/office/drawing/2014/main" id="{6FC615F1-7D2D-4394-B677-696CC3E0602F}"/>
              </a:ext>
            </a:extLst>
          </p:cNvPr>
          <p:cNvSpPr txBox="1">
            <a:spLocks/>
          </p:cNvSpPr>
          <p:nvPr/>
        </p:nvSpPr>
        <p:spPr>
          <a:xfrm>
            <a:off x="3643534" y="1619887"/>
            <a:ext cx="2477400" cy="2775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85750" algn="l" rtl="0">
              <a:lnSpc>
                <a:spcPct val="115000"/>
              </a:lnSpc>
              <a:spcBef>
                <a:spcPts val="0"/>
              </a:spcBef>
              <a:spcAft>
                <a:spcPts val="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1pPr>
            <a:lvl2pPr marL="914400" marR="0" lvl="1" indent="-285750" algn="l" rtl="0">
              <a:lnSpc>
                <a:spcPct val="115000"/>
              </a:lnSpc>
              <a:spcBef>
                <a:spcPts val="1600"/>
              </a:spcBef>
              <a:spcAft>
                <a:spcPts val="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2pPr>
            <a:lvl3pPr marL="1371600" marR="0" lvl="2" indent="-285750" algn="l" rtl="0">
              <a:lnSpc>
                <a:spcPct val="115000"/>
              </a:lnSpc>
              <a:spcBef>
                <a:spcPts val="1600"/>
              </a:spcBef>
              <a:spcAft>
                <a:spcPts val="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3pPr>
            <a:lvl4pPr marL="1828800" marR="0" lvl="3" indent="-285750" algn="l" rtl="0">
              <a:lnSpc>
                <a:spcPct val="115000"/>
              </a:lnSpc>
              <a:spcBef>
                <a:spcPts val="1600"/>
              </a:spcBef>
              <a:spcAft>
                <a:spcPts val="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4pPr>
            <a:lvl5pPr marL="2286000" marR="0" lvl="4" indent="-285750" algn="l" rtl="0">
              <a:lnSpc>
                <a:spcPct val="115000"/>
              </a:lnSpc>
              <a:spcBef>
                <a:spcPts val="1600"/>
              </a:spcBef>
              <a:spcAft>
                <a:spcPts val="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5pPr>
            <a:lvl6pPr marL="2743200" marR="0" lvl="5" indent="-285750" algn="l" rtl="0">
              <a:lnSpc>
                <a:spcPct val="115000"/>
              </a:lnSpc>
              <a:spcBef>
                <a:spcPts val="1600"/>
              </a:spcBef>
              <a:spcAft>
                <a:spcPts val="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6pPr>
            <a:lvl7pPr marL="3200400" marR="0" lvl="6" indent="-285750" algn="l" rtl="0">
              <a:lnSpc>
                <a:spcPct val="115000"/>
              </a:lnSpc>
              <a:spcBef>
                <a:spcPts val="1600"/>
              </a:spcBef>
              <a:spcAft>
                <a:spcPts val="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7pPr>
            <a:lvl8pPr marL="3657600" marR="0" lvl="7" indent="-285750" algn="l" rtl="0">
              <a:lnSpc>
                <a:spcPct val="115000"/>
              </a:lnSpc>
              <a:spcBef>
                <a:spcPts val="1600"/>
              </a:spcBef>
              <a:spcAft>
                <a:spcPts val="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8pPr>
            <a:lvl9pPr marL="4114800" marR="0" lvl="8" indent="-285750" algn="l" rtl="0">
              <a:lnSpc>
                <a:spcPct val="115000"/>
              </a:lnSpc>
              <a:spcBef>
                <a:spcPts val="1600"/>
              </a:spcBef>
              <a:spcAft>
                <a:spcPts val="160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9pPr>
          </a:lstStyle>
          <a:p>
            <a:pPr>
              <a:spcAft>
                <a:spcPts val="600"/>
              </a:spcAft>
              <a:buClr>
                <a:srgbClr val="CADCDC"/>
              </a:buClr>
            </a:pPr>
            <a:r>
              <a:rPr lang="en-US" sz="1100" dirty="0">
                <a:solidFill>
                  <a:schemeClr val="dk1"/>
                </a:solidFill>
              </a:rPr>
              <a:t>Skilled manpower is required. </a:t>
            </a:r>
          </a:p>
          <a:p>
            <a:pPr>
              <a:lnSpc>
                <a:spcPct val="150000"/>
              </a:lnSpc>
              <a:spcAft>
                <a:spcPts val="600"/>
              </a:spcAft>
              <a:buClr>
                <a:srgbClr val="CADCDC"/>
              </a:buClr>
            </a:pPr>
            <a:r>
              <a:rPr lang="en-US" sz="1100" dirty="0">
                <a:solidFill>
                  <a:schemeClr val="dk1"/>
                </a:solidFill>
              </a:rPr>
              <a:t>Internet connection is necessary. </a:t>
            </a:r>
          </a:p>
        </p:txBody>
      </p:sp>
      <p:grpSp>
        <p:nvGrpSpPr>
          <p:cNvPr id="51" name="Google Shape;458;p37">
            <a:extLst>
              <a:ext uri="{FF2B5EF4-FFF2-40B4-BE49-F238E27FC236}">
                <a16:creationId xmlns:a16="http://schemas.microsoft.com/office/drawing/2014/main" id="{FBD85E50-B790-420D-8241-08F8C88CAF80}"/>
              </a:ext>
            </a:extLst>
          </p:cNvPr>
          <p:cNvGrpSpPr/>
          <p:nvPr/>
        </p:nvGrpSpPr>
        <p:grpSpPr>
          <a:xfrm>
            <a:off x="4069388" y="1052704"/>
            <a:ext cx="1880825" cy="451144"/>
            <a:chOff x="3515000" y="3112625"/>
            <a:chExt cx="282025" cy="67650"/>
          </a:xfrm>
        </p:grpSpPr>
        <p:sp>
          <p:nvSpPr>
            <p:cNvPr id="52" name="Google Shape;459;p37">
              <a:extLst>
                <a:ext uri="{FF2B5EF4-FFF2-40B4-BE49-F238E27FC236}">
                  <a16:creationId xmlns:a16="http://schemas.microsoft.com/office/drawing/2014/main" id="{9DDB79E6-A9C2-43D2-8AFF-A9E4D0740C84}"/>
                </a:ext>
              </a:extLst>
            </p:cNvPr>
            <p:cNvSpPr/>
            <p:nvPr/>
          </p:nvSpPr>
          <p:spPr>
            <a:xfrm>
              <a:off x="3515000" y="3112625"/>
              <a:ext cx="282025" cy="67650"/>
            </a:xfrm>
            <a:custGeom>
              <a:avLst/>
              <a:gdLst/>
              <a:ahLst/>
              <a:cxnLst/>
              <a:rect l="l" t="t" r="r" b="b"/>
              <a:pathLst>
                <a:path w="11281" h="2706" extrusionOk="0">
                  <a:moveTo>
                    <a:pt x="1349" y="0"/>
                  </a:moveTo>
                  <a:cubicBezTo>
                    <a:pt x="606" y="0"/>
                    <a:pt x="0" y="606"/>
                    <a:pt x="0" y="1356"/>
                  </a:cubicBezTo>
                  <a:cubicBezTo>
                    <a:pt x="0" y="2099"/>
                    <a:pt x="606" y="2705"/>
                    <a:pt x="1349" y="2705"/>
                  </a:cubicBezTo>
                  <a:lnTo>
                    <a:pt x="9924" y="2705"/>
                  </a:lnTo>
                  <a:cubicBezTo>
                    <a:pt x="10674" y="2705"/>
                    <a:pt x="11280" y="2099"/>
                    <a:pt x="11280" y="1356"/>
                  </a:cubicBezTo>
                  <a:cubicBezTo>
                    <a:pt x="11280" y="606"/>
                    <a:pt x="10674" y="0"/>
                    <a:pt x="9924" y="0"/>
                  </a:cubicBezTo>
                  <a:close/>
                </a:path>
              </a:pathLst>
            </a:custGeom>
            <a:solidFill>
              <a:srgbClr val="CADC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60;p37">
              <a:extLst>
                <a:ext uri="{FF2B5EF4-FFF2-40B4-BE49-F238E27FC236}">
                  <a16:creationId xmlns:a16="http://schemas.microsoft.com/office/drawing/2014/main" id="{ED044AC6-FC7B-40CF-B3DC-EF3AA2A05282}"/>
                </a:ext>
              </a:extLst>
            </p:cNvPr>
            <p:cNvSpPr/>
            <p:nvPr/>
          </p:nvSpPr>
          <p:spPr>
            <a:xfrm>
              <a:off x="3521850" y="3118313"/>
              <a:ext cx="56275" cy="56275"/>
            </a:xfrm>
            <a:custGeom>
              <a:avLst/>
              <a:gdLst/>
              <a:ahLst/>
              <a:cxnLst/>
              <a:rect l="l" t="t" r="r" b="b"/>
              <a:pathLst>
                <a:path w="2251" h="2251" extrusionOk="0">
                  <a:moveTo>
                    <a:pt x="1125" y="1"/>
                  </a:moveTo>
                  <a:cubicBezTo>
                    <a:pt x="505" y="1"/>
                    <a:pt x="0" y="506"/>
                    <a:pt x="0" y="1126"/>
                  </a:cubicBezTo>
                  <a:cubicBezTo>
                    <a:pt x="0" y="1746"/>
                    <a:pt x="505" y="2251"/>
                    <a:pt x="1125" y="2251"/>
                  </a:cubicBezTo>
                  <a:cubicBezTo>
                    <a:pt x="1745" y="2251"/>
                    <a:pt x="2250" y="1746"/>
                    <a:pt x="2250" y="1126"/>
                  </a:cubicBezTo>
                  <a:cubicBezTo>
                    <a:pt x="2250" y="506"/>
                    <a:pt x="1745" y="1"/>
                    <a:pt x="1125" y="1"/>
                  </a:cubicBezTo>
                  <a:close/>
                </a:path>
              </a:pathLst>
            </a:custGeom>
            <a:solidFill>
              <a:srgbClr val="FD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 name="Google Shape;456;p37">
            <a:extLst>
              <a:ext uri="{FF2B5EF4-FFF2-40B4-BE49-F238E27FC236}">
                <a16:creationId xmlns:a16="http://schemas.microsoft.com/office/drawing/2014/main" id="{855F8206-4AD7-4F99-920F-FC1EC043A2B3}"/>
              </a:ext>
            </a:extLst>
          </p:cNvPr>
          <p:cNvSpPr/>
          <p:nvPr/>
        </p:nvSpPr>
        <p:spPr>
          <a:xfrm>
            <a:off x="6442224" y="1288181"/>
            <a:ext cx="2409987" cy="3510909"/>
          </a:xfrm>
          <a:prstGeom prst="rect">
            <a:avLst/>
          </a:prstGeom>
          <a:noFill/>
          <a:ln w="19050" cap="flat" cmpd="sng">
            <a:solidFill>
              <a:srgbClr val="CADC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 name="Google Shape;458;p37">
            <a:extLst>
              <a:ext uri="{FF2B5EF4-FFF2-40B4-BE49-F238E27FC236}">
                <a16:creationId xmlns:a16="http://schemas.microsoft.com/office/drawing/2014/main" id="{0420C585-E8EE-413F-ABF8-9DFEC4934F20}"/>
              </a:ext>
            </a:extLst>
          </p:cNvPr>
          <p:cNvGrpSpPr/>
          <p:nvPr/>
        </p:nvGrpSpPr>
        <p:grpSpPr>
          <a:xfrm>
            <a:off x="6823356" y="1047467"/>
            <a:ext cx="1880825" cy="451144"/>
            <a:chOff x="3515000" y="3112625"/>
            <a:chExt cx="282025" cy="67650"/>
          </a:xfrm>
        </p:grpSpPr>
        <p:sp>
          <p:nvSpPr>
            <p:cNvPr id="59" name="Google Shape;459;p37">
              <a:extLst>
                <a:ext uri="{FF2B5EF4-FFF2-40B4-BE49-F238E27FC236}">
                  <a16:creationId xmlns:a16="http://schemas.microsoft.com/office/drawing/2014/main" id="{B4602012-685C-4903-A327-C5AADCE80722}"/>
                </a:ext>
              </a:extLst>
            </p:cNvPr>
            <p:cNvSpPr/>
            <p:nvPr/>
          </p:nvSpPr>
          <p:spPr>
            <a:xfrm>
              <a:off x="3515000" y="3112625"/>
              <a:ext cx="282025" cy="67650"/>
            </a:xfrm>
            <a:custGeom>
              <a:avLst/>
              <a:gdLst/>
              <a:ahLst/>
              <a:cxnLst/>
              <a:rect l="l" t="t" r="r" b="b"/>
              <a:pathLst>
                <a:path w="11281" h="2706" extrusionOk="0">
                  <a:moveTo>
                    <a:pt x="1349" y="0"/>
                  </a:moveTo>
                  <a:cubicBezTo>
                    <a:pt x="606" y="0"/>
                    <a:pt x="0" y="606"/>
                    <a:pt x="0" y="1356"/>
                  </a:cubicBezTo>
                  <a:cubicBezTo>
                    <a:pt x="0" y="2099"/>
                    <a:pt x="606" y="2705"/>
                    <a:pt x="1349" y="2705"/>
                  </a:cubicBezTo>
                  <a:lnTo>
                    <a:pt x="9924" y="2705"/>
                  </a:lnTo>
                  <a:cubicBezTo>
                    <a:pt x="10674" y="2705"/>
                    <a:pt x="11280" y="2099"/>
                    <a:pt x="11280" y="1356"/>
                  </a:cubicBezTo>
                  <a:cubicBezTo>
                    <a:pt x="11280" y="606"/>
                    <a:pt x="10674" y="0"/>
                    <a:pt x="9924" y="0"/>
                  </a:cubicBezTo>
                  <a:close/>
                </a:path>
              </a:pathLst>
            </a:custGeom>
            <a:solidFill>
              <a:srgbClr val="CADC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460;p37">
              <a:extLst>
                <a:ext uri="{FF2B5EF4-FFF2-40B4-BE49-F238E27FC236}">
                  <a16:creationId xmlns:a16="http://schemas.microsoft.com/office/drawing/2014/main" id="{30B18747-DE29-4050-A302-5F5B0EB5974B}"/>
                </a:ext>
              </a:extLst>
            </p:cNvPr>
            <p:cNvSpPr/>
            <p:nvPr/>
          </p:nvSpPr>
          <p:spPr>
            <a:xfrm>
              <a:off x="3521850" y="3118313"/>
              <a:ext cx="56275" cy="56275"/>
            </a:xfrm>
            <a:custGeom>
              <a:avLst/>
              <a:gdLst/>
              <a:ahLst/>
              <a:cxnLst/>
              <a:rect l="l" t="t" r="r" b="b"/>
              <a:pathLst>
                <a:path w="2251" h="2251" extrusionOk="0">
                  <a:moveTo>
                    <a:pt x="1125" y="1"/>
                  </a:moveTo>
                  <a:cubicBezTo>
                    <a:pt x="505" y="1"/>
                    <a:pt x="0" y="506"/>
                    <a:pt x="0" y="1126"/>
                  </a:cubicBezTo>
                  <a:cubicBezTo>
                    <a:pt x="0" y="1746"/>
                    <a:pt x="505" y="2251"/>
                    <a:pt x="1125" y="2251"/>
                  </a:cubicBezTo>
                  <a:cubicBezTo>
                    <a:pt x="1745" y="2251"/>
                    <a:pt x="2250" y="1746"/>
                    <a:pt x="2250" y="1126"/>
                  </a:cubicBezTo>
                  <a:cubicBezTo>
                    <a:pt x="2250" y="506"/>
                    <a:pt x="1745" y="1"/>
                    <a:pt x="1125" y="1"/>
                  </a:cubicBezTo>
                  <a:close/>
                </a:path>
              </a:pathLst>
            </a:custGeom>
            <a:solidFill>
              <a:srgbClr val="FD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61" name="Google Shape;463;p37">
            <a:extLst>
              <a:ext uri="{FF2B5EF4-FFF2-40B4-BE49-F238E27FC236}">
                <a16:creationId xmlns:a16="http://schemas.microsoft.com/office/drawing/2014/main" id="{60E61FC9-F5AB-4CC9-B1DE-9ADA0E4DB0E4}"/>
              </a:ext>
            </a:extLst>
          </p:cNvPr>
          <p:cNvSpPr txBox="1">
            <a:spLocks/>
          </p:cNvSpPr>
          <p:nvPr/>
        </p:nvSpPr>
        <p:spPr>
          <a:xfrm>
            <a:off x="6382431" y="1600201"/>
            <a:ext cx="2477400" cy="295655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85750" algn="l" rtl="0">
              <a:lnSpc>
                <a:spcPct val="115000"/>
              </a:lnSpc>
              <a:spcBef>
                <a:spcPts val="0"/>
              </a:spcBef>
              <a:spcAft>
                <a:spcPts val="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1pPr>
            <a:lvl2pPr marL="914400" marR="0" lvl="1" indent="-285750" algn="l" rtl="0">
              <a:lnSpc>
                <a:spcPct val="115000"/>
              </a:lnSpc>
              <a:spcBef>
                <a:spcPts val="1600"/>
              </a:spcBef>
              <a:spcAft>
                <a:spcPts val="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2pPr>
            <a:lvl3pPr marL="1371600" marR="0" lvl="2" indent="-285750" algn="l" rtl="0">
              <a:lnSpc>
                <a:spcPct val="115000"/>
              </a:lnSpc>
              <a:spcBef>
                <a:spcPts val="1600"/>
              </a:spcBef>
              <a:spcAft>
                <a:spcPts val="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3pPr>
            <a:lvl4pPr marL="1828800" marR="0" lvl="3" indent="-285750" algn="l" rtl="0">
              <a:lnSpc>
                <a:spcPct val="115000"/>
              </a:lnSpc>
              <a:spcBef>
                <a:spcPts val="1600"/>
              </a:spcBef>
              <a:spcAft>
                <a:spcPts val="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4pPr>
            <a:lvl5pPr marL="2286000" marR="0" lvl="4" indent="-285750" algn="l" rtl="0">
              <a:lnSpc>
                <a:spcPct val="115000"/>
              </a:lnSpc>
              <a:spcBef>
                <a:spcPts val="1600"/>
              </a:spcBef>
              <a:spcAft>
                <a:spcPts val="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5pPr>
            <a:lvl6pPr marL="2743200" marR="0" lvl="5" indent="-285750" algn="l" rtl="0">
              <a:lnSpc>
                <a:spcPct val="115000"/>
              </a:lnSpc>
              <a:spcBef>
                <a:spcPts val="1600"/>
              </a:spcBef>
              <a:spcAft>
                <a:spcPts val="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6pPr>
            <a:lvl7pPr marL="3200400" marR="0" lvl="6" indent="-285750" algn="l" rtl="0">
              <a:lnSpc>
                <a:spcPct val="115000"/>
              </a:lnSpc>
              <a:spcBef>
                <a:spcPts val="1600"/>
              </a:spcBef>
              <a:spcAft>
                <a:spcPts val="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7pPr>
            <a:lvl8pPr marL="3657600" marR="0" lvl="7" indent="-285750" algn="l" rtl="0">
              <a:lnSpc>
                <a:spcPct val="115000"/>
              </a:lnSpc>
              <a:spcBef>
                <a:spcPts val="1600"/>
              </a:spcBef>
              <a:spcAft>
                <a:spcPts val="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8pPr>
            <a:lvl9pPr marL="4114800" marR="0" lvl="8" indent="-285750" algn="l" rtl="0">
              <a:lnSpc>
                <a:spcPct val="115000"/>
              </a:lnSpc>
              <a:spcBef>
                <a:spcPts val="1600"/>
              </a:spcBef>
              <a:spcAft>
                <a:spcPts val="1600"/>
              </a:spcAft>
              <a:buClr>
                <a:srgbClr val="000000"/>
              </a:buClr>
              <a:buSzPts val="900"/>
              <a:buFont typeface="Raleway"/>
              <a:buChar char="■"/>
              <a:defRPr sz="900" b="0" i="0" u="none" strike="noStrike" cap="none">
                <a:solidFill>
                  <a:srgbClr val="000000"/>
                </a:solidFill>
                <a:latin typeface="Raleway"/>
                <a:ea typeface="Raleway"/>
                <a:cs typeface="Raleway"/>
                <a:sym typeface="Raleway"/>
              </a:defRPr>
            </a:lvl9pPr>
          </a:lstStyle>
          <a:p>
            <a:pPr lvl="0">
              <a:lnSpc>
                <a:spcPct val="100000"/>
              </a:lnSpc>
              <a:spcAft>
                <a:spcPts val="600"/>
              </a:spcAft>
              <a:buClr>
                <a:srgbClr val="CADCDC"/>
              </a:buClr>
            </a:pPr>
            <a:r>
              <a:rPr lang="en-IN" sz="1100" dirty="0"/>
              <a:t>The system should be easy to operate. </a:t>
            </a:r>
          </a:p>
          <a:p>
            <a:pPr lvl="0">
              <a:lnSpc>
                <a:spcPct val="100000"/>
              </a:lnSpc>
              <a:spcAft>
                <a:spcPts val="600"/>
              </a:spcAft>
              <a:buClr>
                <a:srgbClr val="CADCDC"/>
              </a:buClr>
            </a:pPr>
            <a:r>
              <a:rPr lang="en-IN" sz="1100" dirty="0"/>
              <a:t>The working in the organization will be well planned and organized. </a:t>
            </a:r>
          </a:p>
          <a:p>
            <a:pPr lvl="0">
              <a:lnSpc>
                <a:spcPct val="100000"/>
              </a:lnSpc>
              <a:spcAft>
                <a:spcPts val="600"/>
              </a:spcAft>
              <a:buClr>
                <a:srgbClr val="CADCDC"/>
              </a:buClr>
            </a:pPr>
            <a:r>
              <a:rPr lang="en-IN" sz="1100" dirty="0"/>
              <a:t>The level of accuracy in the proposed system will be higher. </a:t>
            </a:r>
          </a:p>
          <a:p>
            <a:pPr lvl="0">
              <a:lnSpc>
                <a:spcPct val="100000"/>
              </a:lnSpc>
              <a:spcAft>
                <a:spcPts val="600"/>
              </a:spcAft>
              <a:buClr>
                <a:srgbClr val="CADCDC"/>
              </a:buClr>
            </a:pPr>
            <a:r>
              <a:rPr lang="en-US" sz="1100" dirty="0">
                <a:solidFill>
                  <a:schemeClr val="dk1"/>
                </a:solidFill>
              </a:rPr>
              <a:t> </a:t>
            </a:r>
            <a:r>
              <a:rPr lang="en-IN" sz="1100" dirty="0"/>
              <a:t>The reliability of the proposed system will be high due to proper storage of information and scanning of images.</a:t>
            </a:r>
          </a:p>
          <a:p>
            <a:pPr>
              <a:lnSpc>
                <a:spcPct val="100000"/>
              </a:lnSpc>
              <a:spcAft>
                <a:spcPts val="600"/>
              </a:spcAft>
              <a:buClr>
                <a:srgbClr val="CADCDC"/>
              </a:buClr>
            </a:pPr>
            <a:r>
              <a:rPr lang="en-IN" sz="1100" dirty="0"/>
              <a:t>Provide quick and efficient retrieval of information. </a:t>
            </a:r>
          </a:p>
          <a:p>
            <a:pPr lvl="0">
              <a:lnSpc>
                <a:spcPct val="100000"/>
              </a:lnSpc>
              <a:spcAft>
                <a:spcPts val="600"/>
              </a:spcAft>
              <a:buClr>
                <a:srgbClr val="CADCDC"/>
              </a:buClr>
            </a:pPr>
            <a:endParaRPr lang="en-IN" sz="1100" dirty="0"/>
          </a:p>
          <a:p>
            <a:pPr>
              <a:spcAft>
                <a:spcPts val="600"/>
              </a:spcAft>
              <a:buClr>
                <a:srgbClr val="CADCDC"/>
              </a:buClr>
            </a:pPr>
            <a:endParaRPr lang="en-US" sz="1100" dirty="0">
              <a:solidFill>
                <a:schemeClr val="dk1"/>
              </a:solidFill>
            </a:endParaRPr>
          </a:p>
        </p:txBody>
      </p:sp>
      <p:sp>
        <p:nvSpPr>
          <p:cNvPr id="64" name="Google Shape;4999;p51">
            <a:extLst>
              <a:ext uri="{FF2B5EF4-FFF2-40B4-BE49-F238E27FC236}">
                <a16:creationId xmlns:a16="http://schemas.microsoft.com/office/drawing/2014/main" id="{E9D048D0-5EE6-40B3-9F7F-3BA9272D637E}"/>
              </a:ext>
            </a:extLst>
          </p:cNvPr>
          <p:cNvSpPr/>
          <p:nvPr/>
        </p:nvSpPr>
        <p:spPr>
          <a:xfrm>
            <a:off x="6927649" y="1140206"/>
            <a:ext cx="268490" cy="256086"/>
          </a:xfrm>
          <a:custGeom>
            <a:avLst/>
            <a:gdLst/>
            <a:ahLst/>
            <a:cxnLst/>
            <a:rect l="l" t="t" r="r" b="b"/>
            <a:pathLst>
              <a:path w="11693" h="11693" extrusionOk="0">
                <a:moveTo>
                  <a:pt x="10252" y="584"/>
                </a:moveTo>
                <a:lnTo>
                  <a:pt x="10252" y="1263"/>
                </a:lnTo>
                <a:cubicBezTo>
                  <a:pt x="10252" y="1358"/>
                  <a:pt x="10323" y="1429"/>
                  <a:pt x="10406" y="1429"/>
                </a:cubicBezTo>
                <a:lnTo>
                  <a:pt x="11097" y="1429"/>
                </a:lnTo>
                <a:lnTo>
                  <a:pt x="9609" y="2918"/>
                </a:lnTo>
                <a:lnTo>
                  <a:pt x="9001" y="2918"/>
                </a:lnTo>
                <a:lnTo>
                  <a:pt x="9978" y="1941"/>
                </a:lnTo>
                <a:cubicBezTo>
                  <a:pt x="10037" y="1882"/>
                  <a:pt x="10037" y="1751"/>
                  <a:pt x="9978" y="1691"/>
                </a:cubicBezTo>
                <a:cubicBezTo>
                  <a:pt x="9948" y="1667"/>
                  <a:pt x="9903" y="1656"/>
                  <a:pt x="9859" y="1656"/>
                </a:cubicBezTo>
                <a:cubicBezTo>
                  <a:pt x="9814" y="1656"/>
                  <a:pt x="9769" y="1667"/>
                  <a:pt x="9740" y="1691"/>
                </a:cubicBezTo>
                <a:lnTo>
                  <a:pt x="8763" y="2679"/>
                </a:lnTo>
                <a:lnTo>
                  <a:pt x="8763" y="2072"/>
                </a:lnTo>
                <a:lnTo>
                  <a:pt x="10252" y="584"/>
                </a:lnTo>
                <a:close/>
                <a:moveTo>
                  <a:pt x="4739" y="2537"/>
                </a:moveTo>
                <a:cubicBezTo>
                  <a:pt x="5894" y="2537"/>
                  <a:pt x="6942" y="2977"/>
                  <a:pt x="7739" y="3703"/>
                </a:cubicBezTo>
                <a:lnTo>
                  <a:pt x="4620" y="6811"/>
                </a:lnTo>
                <a:cubicBezTo>
                  <a:pt x="4560" y="6870"/>
                  <a:pt x="4560" y="7001"/>
                  <a:pt x="4620" y="7049"/>
                </a:cubicBezTo>
                <a:cubicBezTo>
                  <a:pt x="4656" y="7085"/>
                  <a:pt x="4703" y="7097"/>
                  <a:pt x="4739" y="7097"/>
                </a:cubicBezTo>
                <a:cubicBezTo>
                  <a:pt x="4787" y="7097"/>
                  <a:pt x="4834" y="7085"/>
                  <a:pt x="4858" y="7049"/>
                </a:cubicBezTo>
                <a:lnTo>
                  <a:pt x="5632" y="6275"/>
                </a:lnTo>
                <a:cubicBezTo>
                  <a:pt x="5775" y="6478"/>
                  <a:pt x="5846" y="6692"/>
                  <a:pt x="5846" y="6930"/>
                </a:cubicBezTo>
                <a:cubicBezTo>
                  <a:pt x="5846" y="7549"/>
                  <a:pt x="5358" y="8037"/>
                  <a:pt x="4739" y="8037"/>
                </a:cubicBezTo>
                <a:cubicBezTo>
                  <a:pt x="4132" y="8037"/>
                  <a:pt x="3644" y="7549"/>
                  <a:pt x="3644" y="6930"/>
                </a:cubicBezTo>
                <a:cubicBezTo>
                  <a:pt x="3644" y="6323"/>
                  <a:pt x="4132" y="5835"/>
                  <a:pt x="4739" y="5835"/>
                </a:cubicBezTo>
                <a:cubicBezTo>
                  <a:pt x="4822" y="5835"/>
                  <a:pt x="4882" y="5835"/>
                  <a:pt x="4953" y="5847"/>
                </a:cubicBezTo>
                <a:cubicBezTo>
                  <a:pt x="4962" y="5848"/>
                  <a:pt x="4970" y="5848"/>
                  <a:pt x="4979" y="5848"/>
                </a:cubicBezTo>
                <a:cubicBezTo>
                  <a:pt x="5055" y="5848"/>
                  <a:pt x="5133" y="5801"/>
                  <a:pt x="5144" y="5716"/>
                </a:cubicBezTo>
                <a:cubicBezTo>
                  <a:pt x="5156" y="5620"/>
                  <a:pt x="5096" y="5537"/>
                  <a:pt x="5013" y="5525"/>
                </a:cubicBezTo>
                <a:cubicBezTo>
                  <a:pt x="4918" y="5513"/>
                  <a:pt x="4834" y="5489"/>
                  <a:pt x="4739" y="5489"/>
                </a:cubicBezTo>
                <a:cubicBezTo>
                  <a:pt x="3941" y="5489"/>
                  <a:pt x="3298" y="6144"/>
                  <a:pt x="3298" y="6942"/>
                </a:cubicBezTo>
                <a:cubicBezTo>
                  <a:pt x="3298" y="7740"/>
                  <a:pt x="3953" y="8383"/>
                  <a:pt x="4739" y="8383"/>
                </a:cubicBezTo>
                <a:cubicBezTo>
                  <a:pt x="5549" y="8383"/>
                  <a:pt x="6192" y="7728"/>
                  <a:pt x="6192" y="6942"/>
                </a:cubicBezTo>
                <a:cubicBezTo>
                  <a:pt x="6192" y="6609"/>
                  <a:pt x="6084" y="6299"/>
                  <a:pt x="5870" y="6049"/>
                </a:cubicBezTo>
                <a:lnTo>
                  <a:pt x="6406" y="5513"/>
                </a:lnTo>
                <a:cubicBezTo>
                  <a:pt x="6751" y="5906"/>
                  <a:pt x="6942" y="6418"/>
                  <a:pt x="6942" y="6942"/>
                </a:cubicBezTo>
                <a:cubicBezTo>
                  <a:pt x="6942" y="8156"/>
                  <a:pt x="5965" y="9133"/>
                  <a:pt x="4739" y="9133"/>
                </a:cubicBezTo>
                <a:cubicBezTo>
                  <a:pt x="3525" y="9133"/>
                  <a:pt x="2536" y="8156"/>
                  <a:pt x="2536" y="6942"/>
                </a:cubicBezTo>
                <a:cubicBezTo>
                  <a:pt x="2536" y="5716"/>
                  <a:pt x="3525" y="4739"/>
                  <a:pt x="4739" y="4739"/>
                </a:cubicBezTo>
                <a:cubicBezTo>
                  <a:pt x="5120" y="4739"/>
                  <a:pt x="5477" y="4823"/>
                  <a:pt x="5787" y="5001"/>
                </a:cubicBezTo>
                <a:cubicBezTo>
                  <a:pt x="5812" y="5016"/>
                  <a:pt x="5840" y="5022"/>
                  <a:pt x="5868" y="5022"/>
                </a:cubicBezTo>
                <a:cubicBezTo>
                  <a:pt x="5930" y="5022"/>
                  <a:pt x="5992" y="4988"/>
                  <a:pt x="6025" y="4930"/>
                </a:cubicBezTo>
                <a:cubicBezTo>
                  <a:pt x="6073" y="4834"/>
                  <a:pt x="6037" y="4739"/>
                  <a:pt x="5953" y="4692"/>
                </a:cubicBezTo>
                <a:cubicBezTo>
                  <a:pt x="5572" y="4501"/>
                  <a:pt x="5156" y="4370"/>
                  <a:pt x="4739" y="4370"/>
                </a:cubicBezTo>
                <a:cubicBezTo>
                  <a:pt x="3346" y="4370"/>
                  <a:pt x="2203" y="5525"/>
                  <a:pt x="2203" y="6918"/>
                </a:cubicBezTo>
                <a:cubicBezTo>
                  <a:pt x="2203" y="8323"/>
                  <a:pt x="3346" y="9466"/>
                  <a:pt x="4739" y="9466"/>
                </a:cubicBezTo>
                <a:cubicBezTo>
                  <a:pt x="6144" y="9466"/>
                  <a:pt x="7287" y="8323"/>
                  <a:pt x="7287" y="6918"/>
                </a:cubicBezTo>
                <a:cubicBezTo>
                  <a:pt x="7287" y="6299"/>
                  <a:pt x="7061" y="5716"/>
                  <a:pt x="6668" y="5239"/>
                </a:cubicBezTo>
                <a:lnTo>
                  <a:pt x="7204" y="4704"/>
                </a:lnTo>
                <a:cubicBezTo>
                  <a:pt x="7751" y="5311"/>
                  <a:pt x="8049" y="6085"/>
                  <a:pt x="8049" y="6918"/>
                </a:cubicBezTo>
                <a:cubicBezTo>
                  <a:pt x="8049" y="8740"/>
                  <a:pt x="6561" y="10228"/>
                  <a:pt x="4739" y="10228"/>
                </a:cubicBezTo>
                <a:cubicBezTo>
                  <a:pt x="2929" y="10228"/>
                  <a:pt x="1441" y="8740"/>
                  <a:pt x="1441" y="6918"/>
                </a:cubicBezTo>
                <a:cubicBezTo>
                  <a:pt x="1441" y="5108"/>
                  <a:pt x="2929" y="3620"/>
                  <a:pt x="4739" y="3620"/>
                </a:cubicBezTo>
                <a:cubicBezTo>
                  <a:pt x="5382" y="3620"/>
                  <a:pt x="5989" y="3799"/>
                  <a:pt x="6525" y="4132"/>
                </a:cubicBezTo>
                <a:cubicBezTo>
                  <a:pt x="6558" y="4151"/>
                  <a:pt x="6594" y="4161"/>
                  <a:pt x="6628" y="4161"/>
                </a:cubicBezTo>
                <a:cubicBezTo>
                  <a:pt x="6679" y="4161"/>
                  <a:pt x="6727" y="4139"/>
                  <a:pt x="6763" y="4096"/>
                </a:cubicBezTo>
                <a:cubicBezTo>
                  <a:pt x="6811" y="4025"/>
                  <a:pt x="6799" y="3918"/>
                  <a:pt x="6727" y="3858"/>
                </a:cubicBezTo>
                <a:cubicBezTo>
                  <a:pt x="6144" y="3477"/>
                  <a:pt x="5453" y="3275"/>
                  <a:pt x="4763" y="3275"/>
                </a:cubicBezTo>
                <a:cubicBezTo>
                  <a:pt x="2751" y="3275"/>
                  <a:pt x="1108" y="4918"/>
                  <a:pt x="1108" y="6918"/>
                </a:cubicBezTo>
                <a:cubicBezTo>
                  <a:pt x="1108" y="8930"/>
                  <a:pt x="2751" y="10573"/>
                  <a:pt x="4763" y="10573"/>
                </a:cubicBezTo>
                <a:cubicBezTo>
                  <a:pt x="6763" y="10573"/>
                  <a:pt x="8406" y="8930"/>
                  <a:pt x="8406" y="6918"/>
                </a:cubicBezTo>
                <a:cubicBezTo>
                  <a:pt x="8406" y="6013"/>
                  <a:pt x="8061" y="5132"/>
                  <a:pt x="7454" y="4465"/>
                </a:cubicBezTo>
                <a:lnTo>
                  <a:pt x="7989" y="3930"/>
                </a:lnTo>
                <a:cubicBezTo>
                  <a:pt x="8704" y="4739"/>
                  <a:pt x="9144" y="5775"/>
                  <a:pt x="9144" y="6942"/>
                </a:cubicBezTo>
                <a:cubicBezTo>
                  <a:pt x="9144" y="9359"/>
                  <a:pt x="7168" y="11347"/>
                  <a:pt x="4739" y="11347"/>
                </a:cubicBezTo>
                <a:cubicBezTo>
                  <a:pt x="2322" y="11347"/>
                  <a:pt x="334" y="9359"/>
                  <a:pt x="334" y="6942"/>
                </a:cubicBezTo>
                <a:cubicBezTo>
                  <a:pt x="334" y="4513"/>
                  <a:pt x="2322" y="2537"/>
                  <a:pt x="4739" y="2537"/>
                </a:cubicBezTo>
                <a:close/>
                <a:moveTo>
                  <a:pt x="10403" y="1"/>
                </a:moveTo>
                <a:cubicBezTo>
                  <a:pt x="10360" y="1"/>
                  <a:pt x="10315" y="16"/>
                  <a:pt x="10275" y="48"/>
                </a:cubicBezTo>
                <a:lnTo>
                  <a:pt x="8466" y="1882"/>
                </a:lnTo>
                <a:cubicBezTo>
                  <a:pt x="8430" y="1906"/>
                  <a:pt x="8418" y="1953"/>
                  <a:pt x="8418" y="1989"/>
                </a:cubicBezTo>
                <a:lnTo>
                  <a:pt x="8418" y="3025"/>
                </a:lnTo>
                <a:lnTo>
                  <a:pt x="7978" y="3465"/>
                </a:lnTo>
                <a:cubicBezTo>
                  <a:pt x="7120" y="2679"/>
                  <a:pt x="5989" y="2203"/>
                  <a:pt x="4739" y="2203"/>
                </a:cubicBezTo>
                <a:cubicBezTo>
                  <a:pt x="2120" y="2203"/>
                  <a:pt x="0" y="4334"/>
                  <a:pt x="0" y="6954"/>
                </a:cubicBezTo>
                <a:cubicBezTo>
                  <a:pt x="0" y="9573"/>
                  <a:pt x="2120" y="11692"/>
                  <a:pt x="4739" y="11692"/>
                </a:cubicBezTo>
                <a:cubicBezTo>
                  <a:pt x="7358" y="11692"/>
                  <a:pt x="9490" y="9573"/>
                  <a:pt x="9490" y="6954"/>
                </a:cubicBezTo>
                <a:cubicBezTo>
                  <a:pt x="9490" y="5704"/>
                  <a:pt x="9013" y="4573"/>
                  <a:pt x="8228" y="3715"/>
                </a:cubicBezTo>
                <a:lnTo>
                  <a:pt x="8668" y="3275"/>
                </a:lnTo>
                <a:lnTo>
                  <a:pt x="9704" y="3275"/>
                </a:lnTo>
                <a:cubicBezTo>
                  <a:pt x="9740" y="3275"/>
                  <a:pt x="9787" y="3263"/>
                  <a:pt x="9823" y="3227"/>
                </a:cubicBezTo>
                <a:lnTo>
                  <a:pt x="11645" y="1394"/>
                </a:lnTo>
                <a:cubicBezTo>
                  <a:pt x="11680" y="1346"/>
                  <a:pt x="11692" y="1263"/>
                  <a:pt x="11668" y="1203"/>
                </a:cubicBezTo>
                <a:cubicBezTo>
                  <a:pt x="11633" y="1144"/>
                  <a:pt x="11573" y="1096"/>
                  <a:pt x="11502" y="1096"/>
                </a:cubicBezTo>
                <a:lnTo>
                  <a:pt x="10573" y="1096"/>
                </a:lnTo>
                <a:lnTo>
                  <a:pt x="10573" y="179"/>
                </a:lnTo>
                <a:cubicBezTo>
                  <a:pt x="10573" y="108"/>
                  <a:pt x="10537" y="48"/>
                  <a:pt x="10466" y="12"/>
                </a:cubicBezTo>
                <a:cubicBezTo>
                  <a:pt x="10446" y="5"/>
                  <a:pt x="10425" y="1"/>
                  <a:pt x="10403" y="1"/>
                </a:cubicBezTo>
                <a:close/>
              </a:path>
            </a:pathLst>
          </a:custGeom>
          <a:solidFill>
            <a:schemeClr val="tx1">
              <a:lumMod val="85000"/>
              <a:lumOff val="1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 name="Google Shape;4243;p49">
            <a:extLst>
              <a:ext uri="{FF2B5EF4-FFF2-40B4-BE49-F238E27FC236}">
                <a16:creationId xmlns:a16="http://schemas.microsoft.com/office/drawing/2014/main" id="{4446F9F5-7548-49F3-83DC-5B9A56116941}"/>
              </a:ext>
            </a:extLst>
          </p:cNvPr>
          <p:cNvGrpSpPr/>
          <p:nvPr/>
        </p:nvGrpSpPr>
        <p:grpSpPr>
          <a:xfrm>
            <a:off x="4182441" y="1138142"/>
            <a:ext cx="244104" cy="283417"/>
            <a:chOff x="5779408" y="3699191"/>
            <a:chExt cx="317645" cy="318757"/>
          </a:xfrm>
          <a:solidFill>
            <a:schemeClr val="tx1">
              <a:lumMod val="85000"/>
              <a:lumOff val="15000"/>
            </a:schemeClr>
          </a:solidFill>
        </p:grpSpPr>
        <p:sp>
          <p:nvSpPr>
            <p:cNvPr id="69" name="Google Shape;4244;p49">
              <a:extLst>
                <a:ext uri="{FF2B5EF4-FFF2-40B4-BE49-F238E27FC236}">
                  <a16:creationId xmlns:a16="http://schemas.microsoft.com/office/drawing/2014/main" id="{D6DDDC2E-3269-46E3-8C84-DA3B7F96F39F}"/>
                </a:ext>
              </a:extLst>
            </p:cNvPr>
            <p:cNvSpPr/>
            <p:nvPr/>
          </p:nvSpPr>
          <p:spPr>
            <a:xfrm>
              <a:off x="5892837" y="3700334"/>
              <a:ext cx="204216" cy="317614"/>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4245;p49">
              <a:extLst>
                <a:ext uri="{FF2B5EF4-FFF2-40B4-BE49-F238E27FC236}">
                  <a16:creationId xmlns:a16="http://schemas.microsoft.com/office/drawing/2014/main" id="{BED97784-A7DC-4471-8BA3-45403F35B0FB}"/>
                </a:ext>
              </a:extLst>
            </p:cNvPr>
            <p:cNvSpPr/>
            <p:nvPr/>
          </p:nvSpPr>
          <p:spPr>
            <a:xfrm>
              <a:off x="5779408" y="3699191"/>
              <a:ext cx="195134" cy="316883"/>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 name="Google Shape;456;p37">
            <a:extLst>
              <a:ext uri="{FF2B5EF4-FFF2-40B4-BE49-F238E27FC236}">
                <a16:creationId xmlns:a16="http://schemas.microsoft.com/office/drawing/2014/main" id="{B7BC7954-5708-41B9-81DC-65644BB0F21A}"/>
              </a:ext>
            </a:extLst>
          </p:cNvPr>
          <p:cNvSpPr/>
          <p:nvPr/>
        </p:nvSpPr>
        <p:spPr>
          <a:xfrm>
            <a:off x="1039412" y="1299112"/>
            <a:ext cx="2409987" cy="3204307"/>
          </a:xfrm>
          <a:prstGeom prst="rect">
            <a:avLst/>
          </a:prstGeom>
          <a:noFill/>
          <a:ln w="19050" cap="flat" cmpd="sng">
            <a:solidFill>
              <a:srgbClr val="CADC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463;p37">
            <a:extLst>
              <a:ext uri="{FF2B5EF4-FFF2-40B4-BE49-F238E27FC236}">
                <a16:creationId xmlns:a16="http://schemas.microsoft.com/office/drawing/2014/main" id="{2DF15290-193A-4F4A-8FD7-BC3A445B7D27}"/>
              </a:ext>
            </a:extLst>
          </p:cNvPr>
          <p:cNvSpPr txBox="1">
            <a:spLocks noGrp="1"/>
          </p:cNvSpPr>
          <p:nvPr>
            <p:ph type="body" idx="1"/>
          </p:nvPr>
        </p:nvSpPr>
        <p:spPr>
          <a:xfrm>
            <a:off x="971999" y="1634228"/>
            <a:ext cx="2477400" cy="2775900"/>
          </a:xfrm>
          <a:prstGeom prst="rect">
            <a:avLst/>
          </a:prstGeom>
        </p:spPr>
        <p:txBody>
          <a:bodyPr spcFirstLastPara="1" wrap="square" lIns="91425" tIns="91425" rIns="91425" bIns="91425" anchor="t" anchorCtr="0">
            <a:noAutofit/>
          </a:bodyPr>
          <a:lstStyle/>
          <a:p>
            <a:pPr lvl="0">
              <a:spcAft>
                <a:spcPts val="600"/>
              </a:spcAft>
              <a:buClr>
                <a:srgbClr val="CADCDC"/>
              </a:buClr>
            </a:pPr>
            <a:r>
              <a:rPr lang="en-US" sz="1100" dirty="0">
                <a:solidFill>
                  <a:schemeClr val="dk1"/>
                </a:solidFill>
              </a:rPr>
              <a:t>Low maintenance cost. </a:t>
            </a:r>
          </a:p>
          <a:p>
            <a:pPr lvl="0">
              <a:lnSpc>
                <a:spcPct val="150000"/>
              </a:lnSpc>
              <a:spcAft>
                <a:spcPts val="600"/>
              </a:spcAft>
              <a:buClr>
                <a:srgbClr val="CADCDC"/>
              </a:buClr>
            </a:pPr>
            <a:r>
              <a:rPr lang="en-IN" sz="1100" dirty="0">
                <a:solidFill>
                  <a:schemeClr val="dk1"/>
                </a:solidFill>
              </a:rPr>
              <a:t>Reliability of system is high due to proper storage of information. </a:t>
            </a:r>
          </a:p>
          <a:p>
            <a:pPr lvl="0">
              <a:lnSpc>
                <a:spcPct val="100000"/>
              </a:lnSpc>
              <a:buClr>
                <a:srgbClr val="CADCDC"/>
              </a:buClr>
            </a:pPr>
            <a:r>
              <a:rPr lang="en-IN" sz="1100" dirty="0"/>
              <a:t>Data can be converted easily to information</a:t>
            </a:r>
          </a:p>
          <a:p>
            <a:pPr lvl="0">
              <a:lnSpc>
                <a:spcPct val="100000"/>
              </a:lnSpc>
              <a:buClr>
                <a:srgbClr val="CADCDC"/>
              </a:buClr>
              <a:buNone/>
            </a:pPr>
            <a:endParaRPr lang="en-IN" sz="1100" dirty="0"/>
          </a:p>
          <a:p>
            <a:pPr>
              <a:lnSpc>
                <a:spcPct val="100000"/>
              </a:lnSpc>
              <a:buClr>
                <a:srgbClr val="CADCDC"/>
              </a:buClr>
            </a:pPr>
            <a:r>
              <a:rPr lang="en-IN" sz="1100" dirty="0"/>
              <a:t>Retrieval of information is quick and efficient. </a:t>
            </a:r>
          </a:p>
          <a:p>
            <a:pPr lvl="0">
              <a:lnSpc>
                <a:spcPct val="100000"/>
              </a:lnSpc>
              <a:buClr>
                <a:srgbClr val="CADCDC"/>
              </a:buClr>
            </a:pPr>
            <a:endParaRPr lang="en-IN" sz="1100" dirty="0">
              <a:solidFill>
                <a:schemeClr val="dk1"/>
              </a:solidFill>
            </a:endParaRPr>
          </a:p>
        </p:txBody>
      </p:sp>
      <p:grpSp>
        <p:nvGrpSpPr>
          <p:cNvPr id="73" name="Google Shape;458;p37">
            <a:extLst>
              <a:ext uri="{FF2B5EF4-FFF2-40B4-BE49-F238E27FC236}">
                <a16:creationId xmlns:a16="http://schemas.microsoft.com/office/drawing/2014/main" id="{C077E855-046C-4E89-8CAE-D3D85037C27C}"/>
              </a:ext>
            </a:extLst>
          </p:cNvPr>
          <p:cNvGrpSpPr/>
          <p:nvPr/>
        </p:nvGrpSpPr>
        <p:grpSpPr>
          <a:xfrm>
            <a:off x="1310690" y="1047467"/>
            <a:ext cx="1880825" cy="451144"/>
            <a:chOff x="3515000" y="3112625"/>
            <a:chExt cx="282025" cy="67650"/>
          </a:xfrm>
        </p:grpSpPr>
        <p:sp>
          <p:nvSpPr>
            <p:cNvPr id="74" name="Google Shape;459;p37">
              <a:extLst>
                <a:ext uri="{FF2B5EF4-FFF2-40B4-BE49-F238E27FC236}">
                  <a16:creationId xmlns:a16="http://schemas.microsoft.com/office/drawing/2014/main" id="{58F5F932-D55E-43D9-BC7B-CA8BDA18744F}"/>
                </a:ext>
              </a:extLst>
            </p:cNvPr>
            <p:cNvSpPr/>
            <p:nvPr/>
          </p:nvSpPr>
          <p:spPr>
            <a:xfrm>
              <a:off x="3515000" y="3112625"/>
              <a:ext cx="282025" cy="67650"/>
            </a:xfrm>
            <a:custGeom>
              <a:avLst/>
              <a:gdLst/>
              <a:ahLst/>
              <a:cxnLst/>
              <a:rect l="l" t="t" r="r" b="b"/>
              <a:pathLst>
                <a:path w="11281" h="2706" extrusionOk="0">
                  <a:moveTo>
                    <a:pt x="1349" y="0"/>
                  </a:moveTo>
                  <a:cubicBezTo>
                    <a:pt x="606" y="0"/>
                    <a:pt x="0" y="606"/>
                    <a:pt x="0" y="1356"/>
                  </a:cubicBezTo>
                  <a:cubicBezTo>
                    <a:pt x="0" y="2099"/>
                    <a:pt x="606" y="2705"/>
                    <a:pt x="1349" y="2705"/>
                  </a:cubicBezTo>
                  <a:lnTo>
                    <a:pt x="9924" y="2705"/>
                  </a:lnTo>
                  <a:cubicBezTo>
                    <a:pt x="10674" y="2705"/>
                    <a:pt x="11280" y="2099"/>
                    <a:pt x="11280" y="1356"/>
                  </a:cubicBezTo>
                  <a:cubicBezTo>
                    <a:pt x="11280" y="606"/>
                    <a:pt x="10674" y="0"/>
                    <a:pt x="9924" y="0"/>
                  </a:cubicBezTo>
                  <a:close/>
                </a:path>
              </a:pathLst>
            </a:custGeom>
            <a:solidFill>
              <a:srgbClr val="CADC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 name="Google Shape;460;p37">
              <a:extLst>
                <a:ext uri="{FF2B5EF4-FFF2-40B4-BE49-F238E27FC236}">
                  <a16:creationId xmlns:a16="http://schemas.microsoft.com/office/drawing/2014/main" id="{EE135803-9B53-47B1-B86D-98148887DB17}"/>
                </a:ext>
              </a:extLst>
            </p:cNvPr>
            <p:cNvSpPr/>
            <p:nvPr/>
          </p:nvSpPr>
          <p:spPr>
            <a:xfrm>
              <a:off x="3521850" y="3118310"/>
              <a:ext cx="56275" cy="56275"/>
            </a:xfrm>
            <a:custGeom>
              <a:avLst/>
              <a:gdLst/>
              <a:ahLst/>
              <a:cxnLst/>
              <a:rect l="l" t="t" r="r" b="b"/>
              <a:pathLst>
                <a:path w="2251" h="2251" extrusionOk="0">
                  <a:moveTo>
                    <a:pt x="1125" y="1"/>
                  </a:moveTo>
                  <a:cubicBezTo>
                    <a:pt x="505" y="1"/>
                    <a:pt x="0" y="506"/>
                    <a:pt x="0" y="1126"/>
                  </a:cubicBezTo>
                  <a:cubicBezTo>
                    <a:pt x="0" y="1746"/>
                    <a:pt x="505" y="2251"/>
                    <a:pt x="1125" y="2251"/>
                  </a:cubicBezTo>
                  <a:cubicBezTo>
                    <a:pt x="1745" y="2251"/>
                    <a:pt x="2250" y="1746"/>
                    <a:pt x="2250" y="1126"/>
                  </a:cubicBezTo>
                  <a:cubicBezTo>
                    <a:pt x="2250" y="506"/>
                    <a:pt x="1745" y="1"/>
                    <a:pt x="1125" y="1"/>
                  </a:cubicBezTo>
                  <a:close/>
                </a:path>
              </a:pathLst>
            </a:custGeom>
            <a:solidFill>
              <a:srgbClr val="FD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76" name="Google Shape;4191;p49">
            <a:extLst>
              <a:ext uri="{FF2B5EF4-FFF2-40B4-BE49-F238E27FC236}">
                <a16:creationId xmlns:a16="http://schemas.microsoft.com/office/drawing/2014/main" id="{3FE2319C-C3F2-4F04-A041-32EC78CC3234}"/>
              </a:ext>
            </a:extLst>
          </p:cNvPr>
          <p:cNvGrpSpPr/>
          <p:nvPr/>
        </p:nvGrpSpPr>
        <p:grpSpPr>
          <a:xfrm>
            <a:off x="1370678" y="1140206"/>
            <a:ext cx="331088" cy="265631"/>
            <a:chOff x="5216456" y="3725484"/>
            <a:chExt cx="356196" cy="265631"/>
          </a:xfrm>
          <a:solidFill>
            <a:schemeClr val="tx1">
              <a:lumMod val="85000"/>
              <a:lumOff val="15000"/>
            </a:schemeClr>
          </a:solidFill>
        </p:grpSpPr>
        <p:sp>
          <p:nvSpPr>
            <p:cNvPr id="77" name="Google Shape;4192;p49">
              <a:extLst>
                <a:ext uri="{FF2B5EF4-FFF2-40B4-BE49-F238E27FC236}">
                  <a16:creationId xmlns:a16="http://schemas.microsoft.com/office/drawing/2014/main" id="{58587D82-9D38-41E3-8938-EC12F5952BF0}"/>
                </a:ext>
              </a:extLst>
            </p:cNvPr>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4193;p49">
              <a:extLst>
                <a:ext uri="{FF2B5EF4-FFF2-40B4-BE49-F238E27FC236}">
                  <a16:creationId xmlns:a16="http://schemas.microsoft.com/office/drawing/2014/main" id="{69D300A4-A765-4AB7-9CA3-A3D5F10C6762}"/>
                </a:ext>
              </a:extLst>
            </p:cNvPr>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79" name="Google Shape;462;p37">
            <a:extLst>
              <a:ext uri="{FF2B5EF4-FFF2-40B4-BE49-F238E27FC236}">
                <a16:creationId xmlns:a16="http://schemas.microsoft.com/office/drawing/2014/main" id="{D394C324-742E-4F82-BABD-7D5A6F411345}"/>
              </a:ext>
            </a:extLst>
          </p:cNvPr>
          <p:cNvSpPr txBox="1">
            <a:spLocks/>
          </p:cNvSpPr>
          <p:nvPr/>
        </p:nvSpPr>
        <p:spPr>
          <a:xfrm>
            <a:off x="1805227" y="1156843"/>
            <a:ext cx="1602900" cy="2361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2400"/>
              <a:buFont typeface="Raleway"/>
              <a:buNone/>
              <a:defRPr sz="2400" b="0" i="0" u="none" strike="noStrike" cap="none">
                <a:solidFill>
                  <a:srgbClr val="000000"/>
                </a:solidFill>
                <a:latin typeface="Raleway"/>
                <a:ea typeface="Raleway"/>
                <a:cs typeface="Raleway"/>
                <a:sym typeface="Raleway"/>
              </a:defRPr>
            </a:lvl1pPr>
            <a:lvl2pPr marR="0" lvl="1"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2pPr>
            <a:lvl3pPr marR="0" lvl="2"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3pPr>
            <a:lvl4pPr marR="0" lvl="3"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4pPr>
            <a:lvl5pPr marR="0" lvl="4"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5pPr>
            <a:lvl6pPr marR="0" lvl="5"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6pPr>
            <a:lvl7pPr marR="0" lvl="6"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7pPr>
            <a:lvl8pPr marR="0" lvl="7"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8pPr>
            <a:lvl9pPr marR="0" lvl="8"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9pPr>
          </a:lstStyle>
          <a:p>
            <a:r>
              <a:rPr lang="en-US" sz="800" dirty="0"/>
              <a:t>ADVANTAGES</a:t>
            </a:r>
            <a:endParaRPr lang="en-IN" sz="800" dirty="0"/>
          </a:p>
        </p:txBody>
      </p:sp>
      <p:sp>
        <p:nvSpPr>
          <p:cNvPr id="80" name="Google Shape;462;p37">
            <a:extLst>
              <a:ext uri="{FF2B5EF4-FFF2-40B4-BE49-F238E27FC236}">
                <a16:creationId xmlns:a16="http://schemas.microsoft.com/office/drawing/2014/main" id="{9DECFFC5-37D7-440F-A30D-7B96C6A9B2EF}"/>
              </a:ext>
            </a:extLst>
          </p:cNvPr>
          <p:cNvSpPr txBox="1">
            <a:spLocks/>
          </p:cNvSpPr>
          <p:nvPr/>
        </p:nvSpPr>
        <p:spPr>
          <a:xfrm>
            <a:off x="4548979" y="1170880"/>
            <a:ext cx="1602900" cy="2361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2400"/>
              <a:buFont typeface="Raleway"/>
              <a:buNone/>
              <a:defRPr sz="2400" b="0" i="0" u="none" strike="noStrike" cap="none">
                <a:solidFill>
                  <a:srgbClr val="000000"/>
                </a:solidFill>
                <a:latin typeface="Raleway"/>
                <a:ea typeface="Raleway"/>
                <a:cs typeface="Raleway"/>
                <a:sym typeface="Raleway"/>
              </a:defRPr>
            </a:lvl1pPr>
            <a:lvl2pPr marR="0" lvl="1"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2pPr>
            <a:lvl3pPr marR="0" lvl="2"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3pPr>
            <a:lvl4pPr marR="0" lvl="3"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4pPr>
            <a:lvl5pPr marR="0" lvl="4"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5pPr>
            <a:lvl6pPr marR="0" lvl="5"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6pPr>
            <a:lvl7pPr marR="0" lvl="6"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7pPr>
            <a:lvl8pPr marR="0" lvl="7"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8pPr>
            <a:lvl9pPr marR="0" lvl="8"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9pPr>
          </a:lstStyle>
          <a:p>
            <a:r>
              <a:rPr lang="en-US" sz="800" dirty="0"/>
              <a:t>D</a:t>
            </a:r>
            <a:r>
              <a:rPr lang="en-IN" sz="800" dirty="0"/>
              <a:t>ISADVANTAGES</a:t>
            </a:r>
          </a:p>
        </p:txBody>
      </p:sp>
      <p:sp>
        <p:nvSpPr>
          <p:cNvPr id="81" name="Google Shape;462;p37">
            <a:extLst>
              <a:ext uri="{FF2B5EF4-FFF2-40B4-BE49-F238E27FC236}">
                <a16:creationId xmlns:a16="http://schemas.microsoft.com/office/drawing/2014/main" id="{91FB3932-8CAB-4DC4-A537-7769E7870DB4}"/>
              </a:ext>
            </a:extLst>
          </p:cNvPr>
          <p:cNvSpPr txBox="1">
            <a:spLocks/>
          </p:cNvSpPr>
          <p:nvPr/>
        </p:nvSpPr>
        <p:spPr>
          <a:xfrm>
            <a:off x="7320760" y="1160192"/>
            <a:ext cx="1602900" cy="2361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2400"/>
              <a:buFont typeface="Raleway"/>
              <a:buNone/>
              <a:defRPr sz="2400" b="0" i="0" u="none" strike="noStrike" cap="none">
                <a:solidFill>
                  <a:srgbClr val="000000"/>
                </a:solidFill>
                <a:latin typeface="Raleway"/>
                <a:ea typeface="Raleway"/>
                <a:cs typeface="Raleway"/>
                <a:sym typeface="Raleway"/>
              </a:defRPr>
            </a:lvl1pPr>
            <a:lvl2pPr marR="0" lvl="1"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2pPr>
            <a:lvl3pPr marR="0" lvl="2"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3pPr>
            <a:lvl4pPr marR="0" lvl="3"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4pPr>
            <a:lvl5pPr marR="0" lvl="4"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5pPr>
            <a:lvl6pPr marR="0" lvl="5"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6pPr>
            <a:lvl7pPr marR="0" lvl="6"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7pPr>
            <a:lvl8pPr marR="0" lvl="7"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8pPr>
            <a:lvl9pPr marR="0" lvl="8" algn="l" rtl="0">
              <a:lnSpc>
                <a:spcPct val="100000"/>
              </a:lnSpc>
              <a:spcBef>
                <a:spcPts val="0"/>
              </a:spcBef>
              <a:spcAft>
                <a:spcPts val="0"/>
              </a:spcAft>
              <a:buClr>
                <a:srgbClr val="000000"/>
              </a:buClr>
              <a:buSzPts val="2800"/>
              <a:buFont typeface="Raleway"/>
              <a:buNone/>
              <a:defRPr sz="2800" b="0" i="0" u="none" strike="noStrike" cap="none">
                <a:solidFill>
                  <a:srgbClr val="000000"/>
                </a:solidFill>
                <a:latin typeface="Raleway"/>
                <a:ea typeface="Raleway"/>
                <a:cs typeface="Raleway"/>
                <a:sym typeface="Raleway"/>
              </a:defRPr>
            </a:lvl9pPr>
          </a:lstStyle>
          <a:p>
            <a:r>
              <a:rPr lang="en-US" sz="800" dirty="0"/>
              <a:t>GOALS</a:t>
            </a:r>
            <a:endParaRPr lang="en-IN" sz="800" dirty="0"/>
          </a:p>
        </p:txBody>
      </p:sp>
    </p:spTree>
    <p:extLst>
      <p:ext uri="{BB962C8B-B14F-4D97-AF65-F5344CB8AC3E}">
        <p14:creationId xmlns:p14="http://schemas.microsoft.com/office/powerpoint/2010/main" val="10281990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5"/>
          <p:cNvSpPr/>
          <p:nvPr/>
        </p:nvSpPr>
        <p:spPr>
          <a:xfrm>
            <a:off x="1547900" y="1076500"/>
            <a:ext cx="7596000" cy="2887800"/>
          </a:xfrm>
          <a:prstGeom prst="rect">
            <a:avLst/>
          </a:prstGeom>
          <a:solidFill>
            <a:srgbClr val="CADC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5"/>
          <p:cNvSpPr txBox="1">
            <a:spLocks noGrp="1"/>
          </p:cNvSpPr>
          <p:nvPr>
            <p:ph type="title"/>
          </p:nvPr>
        </p:nvSpPr>
        <p:spPr>
          <a:xfrm>
            <a:off x="5521500" y="2426200"/>
            <a:ext cx="4959000" cy="644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solidFill>
                  <a:srgbClr val="FFFFFF"/>
                </a:solidFill>
              </a:rPr>
              <a:t>SYSTEM DESIGN</a:t>
            </a:r>
            <a:endParaRPr dirty="0">
              <a:solidFill>
                <a:srgbClr val="FFFFFF"/>
              </a:solidFill>
            </a:endParaRPr>
          </a:p>
        </p:txBody>
      </p:sp>
      <p:sp>
        <p:nvSpPr>
          <p:cNvPr id="181" name="Google Shape;181;p25"/>
          <p:cNvSpPr txBox="1">
            <a:spLocks noGrp="1"/>
          </p:cNvSpPr>
          <p:nvPr>
            <p:ph type="subTitle" idx="1"/>
          </p:nvPr>
        </p:nvSpPr>
        <p:spPr>
          <a:xfrm>
            <a:off x="5521500" y="2854825"/>
            <a:ext cx="3888600" cy="469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dirty="0">
              <a:solidFill>
                <a:srgbClr val="FFFFFF"/>
              </a:solidFill>
            </a:endParaRPr>
          </a:p>
        </p:txBody>
      </p:sp>
      <p:sp>
        <p:nvSpPr>
          <p:cNvPr id="182" name="Google Shape;182;p25"/>
          <p:cNvSpPr txBox="1">
            <a:spLocks noGrp="1"/>
          </p:cNvSpPr>
          <p:nvPr>
            <p:ph type="title" idx="2"/>
          </p:nvPr>
        </p:nvSpPr>
        <p:spPr>
          <a:xfrm>
            <a:off x="5521500" y="2210575"/>
            <a:ext cx="1654200" cy="35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rgbClr val="FFFFFF"/>
                </a:solidFill>
              </a:rPr>
              <a:t>07</a:t>
            </a:r>
            <a:endParaRPr dirty="0">
              <a:solidFill>
                <a:srgbClr val="FFFFFF"/>
              </a:solidFill>
            </a:endParaRPr>
          </a:p>
        </p:txBody>
      </p:sp>
      <p:pic>
        <p:nvPicPr>
          <p:cNvPr id="183" name="Google Shape;183;p25"/>
          <p:cNvPicPr preferRelativeResize="0"/>
          <p:nvPr/>
        </p:nvPicPr>
        <p:blipFill rotWithShape="1">
          <a:blip r:embed="rId3">
            <a:alphaModFix/>
          </a:blip>
          <a:srcRect l="16964"/>
          <a:stretch/>
        </p:blipFill>
        <p:spPr>
          <a:xfrm>
            <a:off x="970800" y="1191400"/>
            <a:ext cx="3319425" cy="2647450"/>
          </a:xfrm>
          <a:prstGeom prst="rect">
            <a:avLst/>
          </a:prstGeom>
          <a:noFill/>
          <a:ln>
            <a:noFill/>
          </a:ln>
        </p:spPr>
      </p:pic>
    </p:spTree>
    <p:extLst>
      <p:ext uri="{BB962C8B-B14F-4D97-AF65-F5344CB8AC3E}">
        <p14:creationId xmlns:p14="http://schemas.microsoft.com/office/powerpoint/2010/main" val="23342545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p41"/>
          <p:cNvSpPr txBox="1">
            <a:spLocks noGrp="1"/>
          </p:cNvSpPr>
          <p:nvPr>
            <p:ph type="title"/>
          </p:nvPr>
        </p:nvSpPr>
        <p:spPr>
          <a:xfrm rot="-5400000">
            <a:off x="-1703750" y="2544750"/>
            <a:ext cx="4302300" cy="2064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sz="1600" dirty="0"/>
              <a:t>RESEARCH  PAPERS</a:t>
            </a:r>
            <a:endParaRPr sz="1600" dirty="0"/>
          </a:p>
        </p:txBody>
      </p:sp>
      <p:graphicFrame>
        <p:nvGraphicFramePr>
          <p:cNvPr id="795" name="Google Shape;795;p41"/>
          <p:cNvGraphicFramePr/>
          <p:nvPr>
            <p:extLst>
              <p:ext uri="{D42A27DB-BD31-4B8C-83A1-F6EECF244321}">
                <p14:modId xmlns:p14="http://schemas.microsoft.com/office/powerpoint/2010/main" val="999201510"/>
              </p:ext>
            </p:extLst>
          </p:nvPr>
        </p:nvGraphicFramePr>
        <p:xfrm>
          <a:off x="890880" y="451105"/>
          <a:ext cx="7521599" cy="4291353"/>
        </p:xfrm>
        <a:graphic>
          <a:graphicData uri="http://schemas.openxmlformats.org/drawingml/2006/table">
            <a:tbl>
              <a:tblPr>
                <a:noFill/>
                <a:tableStyleId>{707B3FEE-9E6A-4391-A829-5955E1F27A32}</a:tableStyleId>
              </a:tblPr>
              <a:tblGrid>
                <a:gridCol w="2906182">
                  <a:extLst>
                    <a:ext uri="{9D8B030D-6E8A-4147-A177-3AD203B41FA5}">
                      <a16:colId xmlns:a16="http://schemas.microsoft.com/office/drawing/2014/main" val="20000"/>
                    </a:ext>
                  </a:extLst>
                </a:gridCol>
                <a:gridCol w="2488158">
                  <a:extLst>
                    <a:ext uri="{9D8B030D-6E8A-4147-A177-3AD203B41FA5}">
                      <a16:colId xmlns:a16="http://schemas.microsoft.com/office/drawing/2014/main" val="20001"/>
                    </a:ext>
                  </a:extLst>
                </a:gridCol>
                <a:gridCol w="812460">
                  <a:extLst>
                    <a:ext uri="{9D8B030D-6E8A-4147-A177-3AD203B41FA5}">
                      <a16:colId xmlns:a16="http://schemas.microsoft.com/office/drawing/2014/main" val="20002"/>
                    </a:ext>
                  </a:extLst>
                </a:gridCol>
                <a:gridCol w="1314799">
                  <a:extLst>
                    <a:ext uri="{9D8B030D-6E8A-4147-A177-3AD203B41FA5}">
                      <a16:colId xmlns:a16="http://schemas.microsoft.com/office/drawing/2014/main" val="20003"/>
                    </a:ext>
                  </a:extLst>
                </a:gridCol>
              </a:tblGrid>
              <a:tr h="401748">
                <a:tc>
                  <a:txBody>
                    <a:bodyPr/>
                    <a:lstStyle/>
                    <a:p>
                      <a:pPr marL="0" lvl="0" indent="0" algn="ctr" rtl="0">
                        <a:spcBef>
                          <a:spcPts val="0"/>
                        </a:spcBef>
                        <a:spcAft>
                          <a:spcPts val="0"/>
                        </a:spcAft>
                        <a:buNone/>
                      </a:pPr>
                      <a:r>
                        <a:rPr lang="en" sz="1000" dirty="0">
                          <a:solidFill>
                            <a:srgbClr val="FFFFFF"/>
                          </a:solidFill>
                          <a:latin typeface="Raleway" pitchFamily="2" charset="0"/>
                          <a:ea typeface="Raleway"/>
                          <a:cs typeface="Raleway"/>
                          <a:sym typeface="Raleway"/>
                        </a:rPr>
                        <a:t>Paper name</a:t>
                      </a:r>
                      <a:endParaRPr sz="1000" dirty="0">
                        <a:solidFill>
                          <a:srgbClr val="FFFFFF"/>
                        </a:solidFill>
                        <a:latin typeface="Raleway" pitchFamily="2" charset="0"/>
                        <a:ea typeface="Raleway"/>
                        <a:cs typeface="Raleway"/>
                        <a:sym typeface="Raleway"/>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CADCDC"/>
                    </a:solidFill>
                  </a:tcPr>
                </a:tc>
                <a:tc>
                  <a:txBody>
                    <a:bodyPr/>
                    <a:lstStyle/>
                    <a:p>
                      <a:pPr marL="0" lvl="0" indent="0" algn="ctr" rtl="0">
                        <a:spcBef>
                          <a:spcPts val="0"/>
                        </a:spcBef>
                        <a:spcAft>
                          <a:spcPts val="0"/>
                        </a:spcAft>
                        <a:buNone/>
                      </a:pPr>
                      <a:r>
                        <a:rPr lang="en" sz="1000" dirty="0">
                          <a:solidFill>
                            <a:srgbClr val="FFFFFF"/>
                          </a:solidFill>
                          <a:latin typeface="Raleway" pitchFamily="2" charset="0"/>
                          <a:ea typeface="Raleway"/>
                          <a:cs typeface="Raleway"/>
                          <a:sym typeface="Raleway"/>
                        </a:rPr>
                        <a:t>Algorithm/Model used</a:t>
                      </a:r>
                      <a:endParaRPr sz="1000" dirty="0">
                        <a:solidFill>
                          <a:srgbClr val="FFFFFF"/>
                        </a:solidFill>
                        <a:latin typeface="Raleway" pitchFamily="2" charset="0"/>
                        <a:ea typeface="Raleway"/>
                        <a:cs typeface="Raleway"/>
                        <a:sym typeface="Raleway"/>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CADCDC"/>
                    </a:solidFill>
                  </a:tcPr>
                </a:tc>
                <a:tc>
                  <a:txBody>
                    <a:bodyPr/>
                    <a:lstStyle/>
                    <a:p>
                      <a:pPr marL="0" lvl="0" indent="0" algn="ctr" rtl="0">
                        <a:spcBef>
                          <a:spcPts val="0"/>
                        </a:spcBef>
                        <a:spcAft>
                          <a:spcPts val="0"/>
                        </a:spcAft>
                        <a:buNone/>
                      </a:pPr>
                      <a:r>
                        <a:rPr lang="en" sz="1000" dirty="0">
                          <a:solidFill>
                            <a:srgbClr val="FFFFFF"/>
                          </a:solidFill>
                          <a:latin typeface="Raleway" pitchFamily="2" charset="0"/>
                          <a:ea typeface="Raleway"/>
                          <a:cs typeface="Raleway"/>
                          <a:sym typeface="Raleway"/>
                        </a:rPr>
                        <a:t>Citied</a:t>
                      </a:r>
                      <a:endParaRPr sz="1000" dirty="0">
                        <a:solidFill>
                          <a:srgbClr val="FFFFFF"/>
                        </a:solidFill>
                        <a:latin typeface="Raleway" pitchFamily="2" charset="0"/>
                        <a:ea typeface="Raleway"/>
                        <a:cs typeface="Raleway"/>
                        <a:sym typeface="Raleway"/>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CADCDC"/>
                    </a:solidFill>
                  </a:tcPr>
                </a:tc>
                <a:tc>
                  <a:txBody>
                    <a:bodyPr/>
                    <a:lstStyle/>
                    <a:p>
                      <a:pPr marL="0" lvl="0" indent="0" algn="ctr" rtl="0">
                        <a:spcBef>
                          <a:spcPts val="0"/>
                        </a:spcBef>
                        <a:spcAft>
                          <a:spcPts val="0"/>
                        </a:spcAft>
                        <a:buNone/>
                      </a:pPr>
                      <a:r>
                        <a:rPr lang="en-US" sz="1000" dirty="0">
                          <a:solidFill>
                            <a:srgbClr val="FFFFFF"/>
                          </a:solidFill>
                          <a:latin typeface="Raleway" pitchFamily="2" charset="0"/>
                          <a:ea typeface="Raleway"/>
                          <a:cs typeface="Raleway"/>
                          <a:sym typeface="Raleway"/>
                        </a:rPr>
                        <a:t>Accuracy</a:t>
                      </a:r>
                      <a:endParaRPr sz="1000" dirty="0">
                        <a:solidFill>
                          <a:srgbClr val="FFFFFF"/>
                        </a:solidFill>
                        <a:latin typeface="Raleway" pitchFamily="2" charset="0"/>
                        <a:ea typeface="Raleway"/>
                        <a:cs typeface="Raleway"/>
                        <a:sym typeface="Raleway"/>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CADCDC"/>
                    </a:solidFill>
                  </a:tcPr>
                </a:tc>
                <a:extLst>
                  <a:ext uri="{0D108BD9-81ED-4DB2-BD59-A6C34878D82A}">
                    <a16:rowId xmlns:a16="http://schemas.microsoft.com/office/drawing/2014/main" val="10000"/>
                  </a:ext>
                </a:extLst>
              </a:tr>
              <a:tr h="490989">
                <a:tc>
                  <a:txBody>
                    <a:bodyPr/>
                    <a:lstStyle/>
                    <a:p>
                      <a:pPr marL="0" lvl="0" indent="0" algn="ctr" rtl="0">
                        <a:spcBef>
                          <a:spcPts val="0"/>
                        </a:spcBef>
                        <a:spcAft>
                          <a:spcPts val="0"/>
                        </a:spcAft>
                        <a:buClr>
                          <a:schemeClr val="dk1"/>
                        </a:buClr>
                        <a:buSzPts val="1100"/>
                        <a:buFont typeface="Arial"/>
                        <a:buNone/>
                      </a:pPr>
                      <a:r>
                        <a:rPr lang="en-US" sz="1000" dirty="0">
                          <a:latin typeface="Raleway" pitchFamily="2" charset="0"/>
                          <a:ea typeface="Raleway"/>
                          <a:cs typeface="Raleway"/>
                          <a:sym typeface="Raleway"/>
                        </a:rPr>
                        <a:t>Intelligent System for Skin Disease Prediction using Machine Learning</a:t>
                      </a:r>
                      <a:endParaRPr sz="1000" dirty="0">
                        <a:latin typeface="Raleway" pitchFamily="2" charset="0"/>
                        <a:ea typeface="Raleway"/>
                        <a:cs typeface="Raleway"/>
                        <a:sym typeface="Raleway"/>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CADCDC"/>
                      </a:solidFill>
                      <a:prstDash val="dot"/>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IN" sz="1000" b="0" i="0" u="none" strike="noStrike" cap="none" dirty="0">
                          <a:solidFill>
                            <a:srgbClr val="000000"/>
                          </a:solidFill>
                          <a:effectLst/>
                          <a:latin typeface="Raleway" pitchFamily="2" charset="0"/>
                          <a:ea typeface="Arial"/>
                          <a:cs typeface="Arial"/>
                          <a:sym typeface="Arial"/>
                        </a:rPr>
                        <a:t>Convolutional Neural Network with Support Vector Machine classifier </a:t>
                      </a:r>
                      <a:endParaRPr sz="1000" dirty="0">
                        <a:latin typeface="Raleway" pitchFamily="2" charset="0"/>
                        <a:ea typeface="Raleway"/>
                        <a:cs typeface="Raleway"/>
                        <a:sym typeface="Raleway"/>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CADCDC"/>
                      </a:solidFill>
                      <a:prstDash val="dot"/>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US" sz="1000" dirty="0">
                          <a:latin typeface="Raleway" pitchFamily="2" charset="0"/>
                          <a:ea typeface="Raleway"/>
                          <a:cs typeface="Raleway"/>
                          <a:sym typeface="Raleway"/>
                        </a:rPr>
                        <a:t>22</a:t>
                      </a:r>
                      <a:endParaRPr sz="1000" dirty="0">
                        <a:latin typeface="Raleway" pitchFamily="2" charset="0"/>
                        <a:ea typeface="Raleway"/>
                        <a:cs typeface="Raleway"/>
                        <a:sym typeface="Raleway"/>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CADCDC"/>
                      </a:solidFill>
                      <a:prstDash val="dot"/>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IN" sz="1000" b="0" i="0" u="none" strike="noStrike" cap="none" dirty="0">
                          <a:solidFill>
                            <a:srgbClr val="000000"/>
                          </a:solidFill>
                          <a:effectLst/>
                          <a:latin typeface="Raleway" pitchFamily="2" charset="0"/>
                          <a:ea typeface="Arial"/>
                          <a:cs typeface="Arial"/>
                          <a:sym typeface="Arial"/>
                        </a:rPr>
                        <a:t>70 -100% </a:t>
                      </a:r>
                      <a:endParaRPr sz="1000" dirty="0">
                        <a:latin typeface="Raleway" pitchFamily="2" charset="0"/>
                        <a:ea typeface="Raleway"/>
                        <a:cs typeface="Raleway"/>
                        <a:sym typeface="Raleway"/>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CADCDC"/>
                      </a:solidFill>
                      <a:prstDash val="dot"/>
                      <a:round/>
                      <a:headEnd type="none" w="sm" len="sm"/>
                      <a:tailEnd type="none" w="sm" len="sm"/>
                    </a:lnB>
                  </a:tcPr>
                </a:tc>
                <a:extLst>
                  <a:ext uri="{0D108BD9-81ED-4DB2-BD59-A6C34878D82A}">
                    <a16:rowId xmlns:a16="http://schemas.microsoft.com/office/drawing/2014/main" val="10001"/>
                  </a:ext>
                </a:extLst>
              </a:tr>
              <a:tr h="456288">
                <a:tc>
                  <a:txBody>
                    <a:bodyPr/>
                    <a:lstStyle/>
                    <a:p>
                      <a:pPr marL="0" lvl="0" indent="0" algn="ctr" rtl="0">
                        <a:spcBef>
                          <a:spcPts val="0"/>
                        </a:spcBef>
                        <a:spcAft>
                          <a:spcPts val="0"/>
                        </a:spcAft>
                        <a:buClr>
                          <a:schemeClr val="dk1"/>
                        </a:buClr>
                        <a:buSzPts val="1100"/>
                        <a:buFont typeface="Arial"/>
                        <a:buNone/>
                      </a:pPr>
                      <a:r>
                        <a:rPr lang="en-US" sz="1000" dirty="0">
                          <a:latin typeface="Raleway" pitchFamily="2" charset="0"/>
                          <a:ea typeface="Raleway"/>
                          <a:cs typeface="Raleway"/>
                          <a:sym typeface="Raleway"/>
                        </a:rPr>
                        <a:t>A machine learning model for skin disease classification using convolution neural network</a:t>
                      </a:r>
                      <a:endParaRPr sz="1000" dirty="0">
                        <a:latin typeface="Raleway" pitchFamily="2" charset="0"/>
                        <a:ea typeface="Raleway"/>
                        <a:cs typeface="Raleway"/>
                        <a:sym typeface="Raleway"/>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ADCDC"/>
                      </a:solidFill>
                      <a:prstDash val="dot"/>
                      <a:round/>
                      <a:headEnd type="none" w="sm" len="sm"/>
                      <a:tailEnd type="none" w="sm" len="sm"/>
                    </a:lnT>
                    <a:lnB w="9525" cap="flat" cmpd="sng">
                      <a:solidFill>
                        <a:srgbClr val="CADCDC"/>
                      </a:solidFill>
                      <a:prstDash val="dot"/>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IN" sz="1000" b="0" i="0" u="none" strike="noStrike" cap="none" dirty="0">
                          <a:solidFill>
                            <a:srgbClr val="000000"/>
                          </a:solidFill>
                          <a:effectLst/>
                          <a:latin typeface="Raleway" pitchFamily="2" charset="0"/>
                          <a:ea typeface="Arial"/>
                          <a:cs typeface="Arial"/>
                          <a:sym typeface="Arial"/>
                        </a:rPr>
                        <a:t>Convolutional Neural Network (CNN) </a:t>
                      </a:r>
                      <a:endParaRPr sz="1000" dirty="0">
                        <a:latin typeface="Raleway" pitchFamily="2" charset="0"/>
                        <a:ea typeface="Raleway"/>
                        <a:cs typeface="Raleway"/>
                        <a:sym typeface="Raleway"/>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ADCDC"/>
                      </a:solidFill>
                      <a:prstDash val="dot"/>
                      <a:round/>
                      <a:headEnd type="none" w="sm" len="sm"/>
                      <a:tailEnd type="none" w="sm" len="sm"/>
                    </a:lnT>
                    <a:lnB w="9525" cap="flat" cmpd="sng">
                      <a:solidFill>
                        <a:srgbClr val="CADCDC"/>
                      </a:solidFill>
                      <a:prstDash val="dot"/>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IN" sz="1000" dirty="0">
                          <a:latin typeface="Raleway" pitchFamily="2" charset="0"/>
                          <a:ea typeface="Raleway"/>
                          <a:cs typeface="Raleway"/>
                          <a:sym typeface="Raleway"/>
                        </a:rPr>
                        <a:t>70</a:t>
                      </a:r>
                      <a:endParaRPr sz="1000" dirty="0">
                        <a:latin typeface="Raleway" pitchFamily="2" charset="0"/>
                        <a:ea typeface="Raleway"/>
                        <a:cs typeface="Raleway"/>
                        <a:sym typeface="Raleway"/>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ADCDC"/>
                      </a:solidFill>
                      <a:prstDash val="dot"/>
                      <a:round/>
                      <a:headEnd type="none" w="sm" len="sm"/>
                      <a:tailEnd type="none" w="sm" len="sm"/>
                    </a:lnT>
                    <a:lnB w="9525" cap="flat" cmpd="sng">
                      <a:solidFill>
                        <a:srgbClr val="CADCDC"/>
                      </a:solidFill>
                      <a:prstDash val="dot"/>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US" sz="1000" dirty="0">
                          <a:latin typeface="Raleway" pitchFamily="2" charset="0"/>
                          <a:ea typeface="Raleway"/>
                          <a:cs typeface="Raleway"/>
                          <a:sym typeface="Raleway"/>
                        </a:rPr>
                        <a:t>&gt;90%</a:t>
                      </a:r>
                      <a:endParaRPr sz="1000" dirty="0">
                        <a:latin typeface="Raleway" pitchFamily="2" charset="0"/>
                        <a:ea typeface="Raleway"/>
                        <a:cs typeface="Raleway"/>
                        <a:sym typeface="Raleway"/>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ADCDC"/>
                      </a:solidFill>
                      <a:prstDash val="dot"/>
                      <a:round/>
                      <a:headEnd type="none" w="sm" len="sm"/>
                      <a:tailEnd type="none" w="sm" len="sm"/>
                    </a:lnT>
                    <a:lnB w="9525" cap="flat" cmpd="sng">
                      <a:solidFill>
                        <a:srgbClr val="CADCDC"/>
                      </a:solidFill>
                      <a:prstDash val="dot"/>
                      <a:round/>
                      <a:headEnd type="none" w="sm" len="sm"/>
                      <a:tailEnd type="none" w="sm" len="sm"/>
                    </a:lnB>
                  </a:tcPr>
                </a:tc>
                <a:extLst>
                  <a:ext uri="{0D108BD9-81ED-4DB2-BD59-A6C34878D82A}">
                    <a16:rowId xmlns:a16="http://schemas.microsoft.com/office/drawing/2014/main" val="10002"/>
                  </a:ext>
                </a:extLst>
              </a:tr>
              <a:tr h="386853">
                <a:tc>
                  <a:txBody>
                    <a:bodyPr/>
                    <a:lstStyle/>
                    <a:p>
                      <a:pPr marL="0" lvl="0" indent="0" algn="ctr" rtl="0">
                        <a:spcBef>
                          <a:spcPts val="0"/>
                        </a:spcBef>
                        <a:spcAft>
                          <a:spcPts val="0"/>
                        </a:spcAft>
                        <a:buClr>
                          <a:schemeClr val="dk1"/>
                        </a:buClr>
                        <a:buSzPts val="1100"/>
                        <a:buFont typeface="Arial"/>
                        <a:buNone/>
                      </a:pPr>
                      <a:r>
                        <a:rPr lang="en-US" sz="1000" dirty="0">
                          <a:latin typeface="Raleway" pitchFamily="2" charset="0"/>
                          <a:ea typeface="Raleway"/>
                          <a:cs typeface="Raleway"/>
                          <a:sym typeface="Raleway"/>
                        </a:rPr>
                        <a:t>Machine Learning Algorithms based Skin Disease Detection</a:t>
                      </a:r>
                      <a:endParaRPr sz="1000" dirty="0">
                        <a:latin typeface="Raleway" pitchFamily="2" charset="0"/>
                        <a:ea typeface="Raleway"/>
                        <a:cs typeface="Raleway"/>
                        <a:sym typeface="Raleway"/>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ADCDC"/>
                      </a:solidFill>
                      <a:prstDash val="dot"/>
                      <a:round/>
                      <a:headEnd type="none" w="sm" len="sm"/>
                      <a:tailEnd type="none" w="sm" len="sm"/>
                    </a:lnT>
                    <a:lnB w="9525" cap="flat" cmpd="sng">
                      <a:solidFill>
                        <a:srgbClr val="CADCDC"/>
                      </a:solidFill>
                      <a:prstDash val="dot"/>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100"/>
                        <a:buFont typeface="Arial"/>
                        <a:buNone/>
                        <a:tabLst/>
                        <a:defRPr/>
                      </a:pPr>
                      <a:r>
                        <a:rPr lang="en-IN" sz="1000" b="0" i="0" u="none" strike="noStrike" cap="none" dirty="0">
                          <a:solidFill>
                            <a:srgbClr val="000000"/>
                          </a:solidFill>
                          <a:effectLst/>
                          <a:latin typeface="Raleway" pitchFamily="2" charset="0"/>
                          <a:ea typeface="Arial"/>
                          <a:cs typeface="Arial"/>
                          <a:sym typeface="Arial"/>
                        </a:rPr>
                        <a:t>Convolutional Neural Network (CNN) </a:t>
                      </a:r>
                      <a:endParaRPr lang="en-IN" sz="1000" dirty="0">
                        <a:latin typeface="Raleway" pitchFamily="2" charset="0"/>
                        <a:ea typeface="Raleway"/>
                        <a:cs typeface="Raleway"/>
                        <a:sym typeface="Raleway"/>
                      </a:endParaRPr>
                    </a:p>
                    <a:p>
                      <a:pPr marL="0" lvl="0" indent="0" algn="ctr" rtl="0">
                        <a:spcBef>
                          <a:spcPts val="0"/>
                        </a:spcBef>
                        <a:spcAft>
                          <a:spcPts val="0"/>
                        </a:spcAft>
                        <a:buClr>
                          <a:schemeClr val="dk1"/>
                        </a:buClr>
                        <a:buSzPts val="1100"/>
                        <a:buFont typeface="Arial"/>
                        <a:buNone/>
                      </a:pPr>
                      <a:endParaRPr sz="1000" dirty="0">
                        <a:latin typeface="Raleway" pitchFamily="2" charset="0"/>
                        <a:ea typeface="Raleway"/>
                        <a:cs typeface="Raleway"/>
                        <a:sym typeface="Raleway"/>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ADCDC"/>
                      </a:solidFill>
                      <a:prstDash val="dot"/>
                      <a:round/>
                      <a:headEnd type="none" w="sm" len="sm"/>
                      <a:tailEnd type="none" w="sm" len="sm"/>
                    </a:lnT>
                    <a:lnB w="9525" cap="flat" cmpd="sng">
                      <a:solidFill>
                        <a:srgbClr val="CADCDC"/>
                      </a:solidFill>
                      <a:prstDash val="dot"/>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IN" sz="1000" dirty="0">
                          <a:latin typeface="Raleway" pitchFamily="2" charset="0"/>
                        </a:rPr>
                        <a:t>38</a:t>
                      </a:r>
                      <a:endParaRPr sz="1000" dirty="0">
                        <a:latin typeface="Raleway" pitchFamily="2" charset="0"/>
                        <a:ea typeface="Raleway"/>
                        <a:cs typeface="Raleway"/>
                        <a:sym typeface="Raleway"/>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ADCDC"/>
                      </a:solidFill>
                      <a:prstDash val="dot"/>
                      <a:round/>
                      <a:headEnd type="none" w="sm" len="sm"/>
                      <a:tailEnd type="none" w="sm" len="sm"/>
                    </a:lnT>
                    <a:lnB w="9525" cap="flat" cmpd="sng">
                      <a:solidFill>
                        <a:srgbClr val="CADCDC"/>
                      </a:solidFill>
                      <a:prstDash val="dot"/>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IN" sz="1000" b="0" i="0" u="none" strike="noStrike" cap="none" dirty="0">
                          <a:solidFill>
                            <a:srgbClr val="000000"/>
                          </a:solidFill>
                          <a:effectLst/>
                          <a:latin typeface="Raleway" pitchFamily="2" charset="0"/>
                          <a:ea typeface="Arial"/>
                          <a:cs typeface="Arial"/>
                          <a:sym typeface="Arial"/>
                        </a:rPr>
                        <a:t>99.05 % and 96 % </a:t>
                      </a:r>
                      <a:endParaRPr sz="1000" dirty="0">
                        <a:latin typeface="Raleway" pitchFamily="2" charset="0"/>
                        <a:ea typeface="Raleway"/>
                        <a:cs typeface="Raleway"/>
                        <a:sym typeface="Raleway"/>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ADCDC"/>
                      </a:solidFill>
                      <a:prstDash val="dot"/>
                      <a:round/>
                      <a:headEnd type="none" w="sm" len="sm"/>
                      <a:tailEnd type="none" w="sm" len="sm"/>
                    </a:lnT>
                    <a:lnB w="9525" cap="flat" cmpd="sng">
                      <a:solidFill>
                        <a:srgbClr val="CADCDC"/>
                      </a:solidFill>
                      <a:prstDash val="dot"/>
                      <a:round/>
                      <a:headEnd type="none" w="sm" len="sm"/>
                      <a:tailEnd type="none" w="sm" len="sm"/>
                    </a:lnB>
                  </a:tcPr>
                </a:tc>
                <a:extLst>
                  <a:ext uri="{0D108BD9-81ED-4DB2-BD59-A6C34878D82A}">
                    <a16:rowId xmlns:a16="http://schemas.microsoft.com/office/drawing/2014/main" val="10003"/>
                  </a:ext>
                </a:extLst>
              </a:tr>
              <a:tr h="595134">
                <a:tc>
                  <a:txBody>
                    <a:bodyPr/>
                    <a:lstStyle/>
                    <a:p>
                      <a:pPr marL="0" lvl="0" indent="0" algn="ctr" rtl="0">
                        <a:spcBef>
                          <a:spcPts val="0"/>
                        </a:spcBef>
                        <a:spcAft>
                          <a:spcPts val="0"/>
                        </a:spcAft>
                        <a:buClr>
                          <a:schemeClr val="dk1"/>
                        </a:buClr>
                        <a:buSzPts val="1100"/>
                        <a:buFont typeface="Arial"/>
                        <a:buNone/>
                      </a:pPr>
                      <a:r>
                        <a:rPr lang="en-US" sz="1000" dirty="0">
                          <a:latin typeface="Raleway" pitchFamily="2" charset="0"/>
                          <a:ea typeface="Raleway"/>
                          <a:cs typeface="Raleway"/>
                          <a:sym typeface="Raleway"/>
                        </a:rPr>
                        <a:t>Skin Disease Classification System Based on Machine Learning Technique: A Survey</a:t>
                      </a:r>
                      <a:endParaRPr sz="1000" dirty="0">
                        <a:latin typeface="Raleway" pitchFamily="2" charset="0"/>
                        <a:ea typeface="Raleway"/>
                        <a:cs typeface="Raleway"/>
                        <a:sym typeface="Raleway"/>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ADCDC"/>
                      </a:solidFill>
                      <a:prstDash val="dot"/>
                      <a:round/>
                      <a:headEnd type="none" w="sm" len="sm"/>
                      <a:tailEnd type="none" w="sm" len="sm"/>
                    </a:lnT>
                    <a:lnB w="9525" cap="flat" cmpd="sng" algn="ctr">
                      <a:solidFill>
                        <a:srgbClr val="CADCDC"/>
                      </a:solidFill>
                      <a:prstDash val="dot"/>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100"/>
                        <a:buFont typeface="Arial"/>
                        <a:buNone/>
                        <a:tabLst/>
                        <a:defRPr/>
                      </a:pPr>
                      <a:r>
                        <a:rPr lang="en-IN" sz="1000" b="0" i="0" u="none" strike="noStrike" cap="none" dirty="0">
                          <a:solidFill>
                            <a:srgbClr val="000000"/>
                          </a:solidFill>
                          <a:effectLst/>
                          <a:latin typeface="Raleway" pitchFamily="2" charset="0"/>
                          <a:ea typeface="Arial"/>
                          <a:cs typeface="Arial"/>
                          <a:sym typeface="Arial"/>
                        </a:rPr>
                        <a:t>Convolutional Neural Network (CNN), Artificial Neural Network(ANN), Naive Bayes </a:t>
                      </a:r>
                      <a:endParaRPr lang="en-IN" sz="1000" dirty="0">
                        <a:latin typeface="Raleway" pitchFamily="2" charset="0"/>
                        <a:ea typeface="Raleway"/>
                        <a:cs typeface="Raleway"/>
                        <a:sym typeface="Raleway"/>
                      </a:endParaRPr>
                    </a:p>
                    <a:p>
                      <a:pPr marL="0" lvl="0" indent="0" algn="ctr" rtl="0">
                        <a:spcBef>
                          <a:spcPts val="0"/>
                        </a:spcBef>
                        <a:spcAft>
                          <a:spcPts val="0"/>
                        </a:spcAft>
                        <a:buClr>
                          <a:schemeClr val="dk1"/>
                        </a:buClr>
                        <a:buSzPts val="1100"/>
                        <a:buFont typeface="Arial"/>
                        <a:buNone/>
                      </a:pPr>
                      <a:endParaRPr sz="1000" dirty="0">
                        <a:latin typeface="Raleway" pitchFamily="2" charset="0"/>
                        <a:ea typeface="Raleway"/>
                        <a:cs typeface="Raleway"/>
                        <a:sym typeface="Raleway"/>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ADCDC"/>
                      </a:solidFill>
                      <a:prstDash val="dot"/>
                      <a:round/>
                      <a:headEnd type="none" w="sm" len="sm"/>
                      <a:tailEnd type="none" w="sm" len="sm"/>
                    </a:lnT>
                    <a:lnB w="9525" cap="flat" cmpd="sng" algn="ctr">
                      <a:solidFill>
                        <a:srgbClr val="CADCDC"/>
                      </a:solidFill>
                      <a:prstDash val="dot"/>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US" sz="1000" dirty="0">
                          <a:latin typeface="Raleway" pitchFamily="2" charset="0"/>
                          <a:ea typeface="Raleway"/>
                          <a:cs typeface="Raleway"/>
                          <a:sym typeface="Raleway"/>
                        </a:rPr>
                        <a:t>14</a:t>
                      </a:r>
                      <a:endParaRPr sz="1000" dirty="0">
                        <a:latin typeface="Raleway" pitchFamily="2" charset="0"/>
                        <a:ea typeface="Raleway"/>
                        <a:cs typeface="Raleway"/>
                        <a:sym typeface="Raleway"/>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ADCDC"/>
                      </a:solidFill>
                      <a:prstDash val="dot"/>
                      <a:round/>
                      <a:headEnd type="none" w="sm" len="sm"/>
                      <a:tailEnd type="none" w="sm" len="sm"/>
                    </a:lnT>
                    <a:lnB w="9525" cap="flat" cmpd="sng" algn="ctr">
                      <a:solidFill>
                        <a:srgbClr val="CADCDC"/>
                      </a:solidFill>
                      <a:prstDash val="dot"/>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US" sz="1000" dirty="0">
                          <a:latin typeface="Raleway" pitchFamily="2" charset="0"/>
                          <a:ea typeface="Raleway"/>
                          <a:cs typeface="Raleway"/>
                          <a:sym typeface="Raleway"/>
                        </a:rPr>
                        <a:t>&gt;94%</a:t>
                      </a:r>
                      <a:endParaRPr sz="1000" dirty="0">
                        <a:latin typeface="Raleway" pitchFamily="2" charset="0"/>
                        <a:ea typeface="Raleway"/>
                        <a:cs typeface="Raleway"/>
                        <a:sym typeface="Raleway"/>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ADCDC"/>
                      </a:solidFill>
                      <a:prstDash val="dot"/>
                      <a:round/>
                      <a:headEnd type="none" w="sm" len="sm"/>
                      <a:tailEnd type="none" w="sm" len="sm"/>
                    </a:lnT>
                    <a:lnB w="9525" cap="flat" cmpd="sng" algn="ctr">
                      <a:solidFill>
                        <a:srgbClr val="CADCDC"/>
                      </a:solidFill>
                      <a:prstDash val="dot"/>
                      <a:round/>
                      <a:headEnd type="none" w="sm" len="sm"/>
                      <a:tailEnd type="none" w="sm" len="sm"/>
                    </a:lnB>
                  </a:tcPr>
                </a:tc>
                <a:extLst>
                  <a:ext uri="{0D108BD9-81ED-4DB2-BD59-A6C34878D82A}">
                    <a16:rowId xmlns:a16="http://schemas.microsoft.com/office/drawing/2014/main" val="10004"/>
                  </a:ext>
                </a:extLst>
              </a:tr>
              <a:tr h="492822">
                <a:tc>
                  <a:txBody>
                    <a:bodyPr/>
                    <a:lstStyle/>
                    <a:p>
                      <a:pPr marL="0" lvl="0" indent="0" algn="ctr" rtl="0">
                        <a:spcBef>
                          <a:spcPts val="0"/>
                        </a:spcBef>
                        <a:spcAft>
                          <a:spcPts val="0"/>
                        </a:spcAft>
                        <a:buClr>
                          <a:schemeClr val="dk1"/>
                        </a:buClr>
                        <a:buSzPts val="1100"/>
                        <a:buFont typeface="Arial"/>
                        <a:buNone/>
                      </a:pPr>
                      <a:r>
                        <a:rPr lang="en-US" sz="1000" dirty="0">
                          <a:latin typeface="Raleway" pitchFamily="2" charset="0"/>
                          <a:ea typeface="Raleway"/>
                          <a:cs typeface="Raleway"/>
                          <a:sym typeface="Raleway"/>
                        </a:rPr>
                        <a:t>Classification of Skin Disease using Ensemble Data Mining Techniques</a:t>
                      </a:r>
                      <a:endParaRPr sz="1000" dirty="0">
                        <a:latin typeface="Raleway" pitchFamily="2" charset="0"/>
                        <a:ea typeface="Raleway"/>
                        <a:cs typeface="Raleway"/>
                        <a:sym typeface="Raleway"/>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rgbClr val="CADCDC"/>
                      </a:solidFill>
                      <a:prstDash val="dot"/>
                      <a:round/>
                      <a:headEnd type="none" w="sm" len="sm"/>
                      <a:tailEnd type="none" w="sm" len="sm"/>
                    </a:lnT>
                    <a:lnB w="9525" cap="flat" cmpd="sng" algn="ctr">
                      <a:solidFill>
                        <a:srgbClr val="CADCDC"/>
                      </a:solidFill>
                      <a:prstDash val="dot"/>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IN" sz="1000" b="0" i="0" u="none" strike="noStrike" cap="none" dirty="0">
                          <a:solidFill>
                            <a:srgbClr val="000000"/>
                          </a:solidFill>
                          <a:effectLst/>
                          <a:latin typeface="Raleway" pitchFamily="2" charset="0"/>
                          <a:ea typeface="Arial"/>
                          <a:cs typeface="Arial"/>
                          <a:sym typeface="Arial"/>
                        </a:rPr>
                        <a:t>CART, SVM, Decision Tree (DT) , Random Forest (RF) and GBDT </a:t>
                      </a:r>
                      <a:endParaRPr sz="1000" dirty="0">
                        <a:latin typeface="Raleway" pitchFamily="2" charset="0"/>
                        <a:ea typeface="Raleway"/>
                        <a:cs typeface="Raleway"/>
                        <a:sym typeface="Raleway"/>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rgbClr val="CADCDC"/>
                      </a:solidFill>
                      <a:prstDash val="dot"/>
                      <a:round/>
                      <a:headEnd type="none" w="sm" len="sm"/>
                      <a:tailEnd type="none" w="sm" len="sm"/>
                    </a:lnT>
                    <a:lnB w="9525" cap="flat" cmpd="sng" algn="ctr">
                      <a:solidFill>
                        <a:srgbClr val="CADCDC"/>
                      </a:solidFill>
                      <a:prstDash val="dot"/>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endParaRPr sz="1000" dirty="0">
                        <a:latin typeface="Raleway" pitchFamily="2" charset="0"/>
                        <a:ea typeface="Raleway"/>
                        <a:cs typeface="Raleway"/>
                        <a:sym typeface="Raleway"/>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rgbClr val="CADCDC"/>
                      </a:solidFill>
                      <a:prstDash val="dot"/>
                      <a:round/>
                      <a:headEnd type="none" w="sm" len="sm"/>
                      <a:tailEnd type="none" w="sm" len="sm"/>
                    </a:lnT>
                    <a:lnB w="9525" cap="flat" cmpd="sng" algn="ctr">
                      <a:solidFill>
                        <a:srgbClr val="CADCDC"/>
                      </a:solidFill>
                      <a:prstDash val="dot"/>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IN" sz="1000" b="0" i="0" u="none" strike="noStrike" cap="none" dirty="0">
                          <a:solidFill>
                            <a:srgbClr val="000000"/>
                          </a:solidFill>
                          <a:effectLst/>
                          <a:latin typeface="Raleway" pitchFamily="2" charset="0"/>
                          <a:ea typeface="Arial"/>
                          <a:cs typeface="Arial"/>
                          <a:sym typeface="Arial"/>
                        </a:rPr>
                        <a:t>95.90% </a:t>
                      </a:r>
                      <a:endParaRPr sz="1000" dirty="0">
                        <a:latin typeface="Raleway" pitchFamily="2" charset="0"/>
                        <a:ea typeface="Raleway"/>
                        <a:cs typeface="Raleway"/>
                        <a:sym typeface="Raleway"/>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ADCDC"/>
                      </a:solidFill>
                      <a:prstDash val="dot"/>
                      <a:round/>
                      <a:headEnd type="none" w="sm" len="sm"/>
                      <a:tailEnd type="none" w="sm" len="sm"/>
                    </a:lnT>
                    <a:lnB w="9525" cap="flat" cmpd="sng" algn="ctr">
                      <a:solidFill>
                        <a:srgbClr val="CADCDC"/>
                      </a:solidFill>
                      <a:prstDash val="dot"/>
                      <a:round/>
                      <a:headEnd type="none" w="sm" len="sm"/>
                      <a:tailEnd type="none" w="sm" len="sm"/>
                    </a:lnB>
                  </a:tcPr>
                </a:tc>
                <a:extLst>
                  <a:ext uri="{0D108BD9-81ED-4DB2-BD59-A6C34878D82A}">
                    <a16:rowId xmlns:a16="http://schemas.microsoft.com/office/drawing/2014/main" val="1800702246"/>
                  </a:ext>
                </a:extLst>
              </a:tr>
              <a:tr h="492822">
                <a:tc>
                  <a:txBody>
                    <a:bodyPr/>
                    <a:lstStyle/>
                    <a:p>
                      <a:pPr marL="0" lvl="0" indent="0" algn="ctr" rtl="0">
                        <a:spcBef>
                          <a:spcPts val="0"/>
                        </a:spcBef>
                        <a:spcAft>
                          <a:spcPts val="0"/>
                        </a:spcAft>
                        <a:buClr>
                          <a:schemeClr val="dk1"/>
                        </a:buClr>
                        <a:buSzPts val="1100"/>
                        <a:buFont typeface="Arial"/>
                        <a:buNone/>
                      </a:pPr>
                      <a:r>
                        <a:rPr lang="en-IN" sz="1000" dirty="0">
                          <a:latin typeface="Raleway" pitchFamily="2" charset="0"/>
                          <a:ea typeface="Raleway"/>
                          <a:cs typeface="Raleway"/>
                          <a:sym typeface="Raleway"/>
                        </a:rPr>
                        <a:t>Skin Disease prediction</a:t>
                      </a:r>
                      <a:endParaRPr sz="1000" dirty="0">
                        <a:latin typeface="Raleway" pitchFamily="2" charset="0"/>
                        <a:ea typeface="Raleway"/>
                        <a:cs typeface="Raleway"/>
                        <a:sym typeface="Raleway"/>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rgbClr val="CADCDC"/>
                      </a:solidFill>
                      <a:prstDash val="dot"/>
                      <a:round/>
                      <a:headEnd type="none" w="sm" len="sm"/>
                      <a:tailEnd type="none" w="sm" len="sm"/>
                    </a:lnT>
                    <a:lnB w="9525" cap="flat" cmpd="sng" algn="ctr">
                      <a:solidFill>
                        <a:srgbClr val="CADCDC"/>
                      </a:solidFill>
                      <a:prstDash val="dot"/>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IN" sz="1000" b="0" i="0" u="none" strike="noStrike" cap="none" dirty="0">
                          <a:solidFill>
                            <a:srgbClr val="000000"/>
                          </a:solidFill>
                          <a:effectLst/>
                          <a:latin typeface="Raleway" pitchFamily="2" charset="0"/>
                          <a:ea typeface="Arial"/>
                          <a:cs typeface="Arial"/>
                          <a:sym typeface="Arial"/>
                        </a:rPr>
                        <a:t>deep learning algorithm </a:t>
                      </a:r>
                      <a:endParaRPr sz="1000" dirty="0">
                        <a:latin typeface="Raleway" pitchFamily="2" charset="0"/>
                        <a:ea typeface="Raleway"/>
                        <a:cs typeface="Raleway"/>
                        <a:sym typeface="Raleway"/>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rgbClr val="CADCDC"/>
                      </a:solidFill>
                      <a:prstDash val="dot"/>
                      <a:round/>
                      <a:headEnd type="none" w="sm" len="sm"/>
                      <a:tailEnd type="none" w="sm" len="sm"/>
                    </a:lnT>
                    <a:lnB w="9525" cap="flat" cmpd="sng" algn="ctr">
                      <a:solidFill>
                        <a:srgbClr val="CADCDC"/>
                      </a:solidFill>
                      <a:prstDash val="dot"/>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endParaRPr sz="1000" dirty="0">
                        <a:latin typeface="Raleway" pitchFamily="2" charset="0"/>
                        <a:ea typeface="Raleway"/>
                        <a:cs typeface="Raleway"/>
                        <a:sym typeface="Raleway"/>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rgbClr val="CADCDC"/>
                      </a:solidFill>
                      <a:prstDash val="dot"/>
                      <a:round/>
                      <a:headEnd type="none" w="sm" len="sm"/>
                      <a:tailEnd type="none" w="sm" len="sm"/>
                    </a:lnT>
                    <a:lnB w="9525" cap="flat" cmpd="sng" algn="ctr">
                      <a:solidFill>
                        <a:srgbClr val="CADCDC"/>
                      </a:solidFill>
                      <a:prstDash val="dot"/>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IN" sz="1000" b="0" i="0" u="none" strike="noStrike" cap="none" dirty="0">
                          <a:solidFill>
                            <a:srgbClr val="000000"/>
                          </a:solidFill>
                          <a:effectLst/>
                          <a:latin typeface="Raleway" pitchFamily="2" charset="0"/>
                          <a:ea typeface="Arial"/>
                          <a:cs typeface="Arial"/>
                          <a:sym typeface="Arial"/>
                        </a:rPr>
                        <a:t>88%</a:t>
                      </a:r>
                      <a:endParaRPr sz="1000" dirty="0">
                        <a:latin typeface="Raleway" pitchFamily="2" charset="0"/>
                        <a:ea typeface="Raleway"/>
                        <a:cs typeface="Raleway"/>
                        <a:sym typeface="Raleway"/>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ADCDC"/>
                      </a:solidFill>
                      <a:prstDash val="dot"/>
                      <a:round/>
                      <a:headEnd type="none" w="sm" len="sm"/>
                      <a:tailEnd type="none" w="sm" len="sm"/>
                    </a:lnT>
                    <a:lnB w="9525" cap="flat" cmpd="sng" algn="ctr">
                      <a:solidFill>
                        <a:srgbClr val="CADCDC"/>
                      </a:solidFill>
                      <a:prstDash val="dot"/>
                      <a:round/>
                      <a:headEnd type="none" w="sm" len="sm"/>
                      <a:tailEnd type="none" w="sm" len="sm"/>
                    </a:lnB>
                  </a:tcPr>
                </a:tc>
                <a:extLst>
                  <a:ext uri="{0D108BD9-81ED-4DB2-BD59-A6C34878D82A}">
                    <a16:rowId xmlns:a16="http://schemas.microsoft.com/office/drawing/2014/main" val="2724790566"/>
                  </a:ext>
                </a:extLst>
              </a:tr>
              <a:tr h="492822">
                <a:tc>
                  <a:txBody>
                    <a:bodyPr/>
                    <a:lstStyle/>
                    <a:p>
                      <a:pPr marL="0" lvl="0" indent="0" algn="ctr" rtl="0">
                        <a:spcBef>
                          <a:spcPts val="0"/>
                        </a:spcBef>
                        <a:spcAft>
                          <a:spcPts val="0"/>
                        </a:spcAft>
                        <a:buClr>
                          <a:schemeClr val="dk1"/>
                        </a:buClr>
                        <a:buSzPts val="1100"/>
                        <a:buFont typeface="Arial"/>
                        <a:buNone/>
                      </a:pPr>
                      <a:r>
                        <a:rPr lang="en-US" sz="1000" dirty="0">
                          <a:latin typeface="Raleway" pitchFamily="2" charset="0"/>
                          <a:ea typeface="Raleway"/>
                          <a:cs typeface="Raleway"/>
                          <a:sym typeface="Raleway"/>
                        </a:rPr>
                        <a:t>A Web-Based Skin Disease Diagnosis Using Convolutional Neural Networks</a:t>
                      </a:r>
                      <a:endParaRPr sz="1000" dirty="0">
                        <a:latin typeface="Raleway" pitchFamily="2" charset="0"/>
                        <a:ea typeface="Raleway"/>
                        <a:cs typeface="Raleway"/>
                        <a:sym typeface="Raleway"/>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rgbClr val="CADCDC"/>
                      </a:solidFill>
                      <a:prstDash val="dot"/>
                      <a:round/>
                      <a:headEnd type="none" w="sm" len="sm"/>
                      <a:tailEnd type="none" w="sm" len="sm"/>
                    </a:lnT>
                    <a:lnB w="9525" cap="flat" cmpd="sng" algn="ctr">
                      <a:solidFill>
                        <a:srgbClr val="CADCDC"/>
                      </a:solidFill>
                      <a:prstDash val="dot"/>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100"/>
                        <a:buFont typeface="Arial"/>
                        <a:buNone/>
                        <a:tabLst/>
                        <a:defRPr/>
                      </a:pPr>
                      <a:r>
                        <a:rPr lang="en-IN" sz="1000" b="0" i="0" u="none" strike="noStrike" cap="none" dirty="0">
                          <a:solidFill>
                            <a:srgbClr val="000000"/>
                          </a:solidFill>
                          <a:effectLst/>
                          <a:latin typeface="Raleway" pitchFamily="2" charset="0"/>
                          <a:ea typeface="Arial"/>
                          <a:cs typeface="Arial"/>
                          <a:sym typeface="Arial"/>
                        </a:rPr>
                        <a:t>Convolutional Neural Network (CNN) </a:t>
                      </a:r>
                      <a:endParaRPr lang="en-IN" sz="1000" dirty="0">
                        <a:latin typeface="Raleway" pitchFamily="2" charset="0"/>
                        <a:ea typeface="Raleway"/>
                        <a:cs typeface="Raleway"/>
                        <a:sym typeface="Raleway"/>
                      </a:endParaRPr>
                    </a:p>
                    <a:p>
                      <a:pPr marL="0" lvl="0" indent="0" algn="ctr" rtl="0">
                        <a:spcBef>
                          <a:spcPts val="0"/>
                        </a:spcBef>
                        <a:spcAft>
                          <a:spcPts val="0"/>
                        </a:spcAft>
                        <a:buClr>
                          <a:schemeClr val="dk1"/>
                        </a:buClr>
                        <a:buSzPts val="1100"/>
                        <a:buFont typeface="Arial"/>
                        <a:buNone/>
                      </a:pPr>
                      <a:endParaRPr sz="1000" dirty="0">
                        <a:latin typeface="Raleway" pitchFamily="2" charset="0"/>
                        <a:ea typeface="Raleway"/>
                        <a:cs typeface="Raleway"/>
                        <a:sym typeface="Raleway"/>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rgbClr val="CADCDC"/>
                      </a:solidFill>
                      <a:prstDash val="dot"/>
                      <a:round/>
                      <a:headEnd type="none" w="sm" len="sm"/>
                      <a:tailEnd type="none" w="sm" len="sm"/>
                    </a:lnT>
                    <a:lnB w="9525" cap="flat" cmpd="sng" algn="ctr">
                      <a:solidFill>
                        <a:srgbClr val="CADCDC"/>
                      </a:solidFill>
                      <a:prstDash val="dot"/>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US" sz="1000" dirty="0">
                          <a:latin typeface="Raleway" pitchFamily="2" charset="0"/>
                          <a:ea typeface="Raleway"/>
                          <a:cs typeface="Raleway"/>
                          <a:sym typeface="Raleway"/>
                        </a:rPr>
                        <a:t>29</a:t>
                      </a:r>
                      <a:endParaRPr sz="1000" dirty="0">
                        <a:latin typeface="Raleway" pitchFamily="2" charset="0"/>
                        <a:ea typeface="Raleway"/>
                        <a:cs typeface="Raleway"/>
                        <a:sym typeface="Raleway"/>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rgbClr val="CADCDC"/>
                      </a:solidFill>
                      <a:prstDash val="dot"/>
                      <a:round/>
                      <a:headEnd type="none" w="sm" len="sm"/>
                      <a:tailEnd type="none" w="sm" len="sm"/>
                    </a:lnT>
                    <a:lnB w="9525" cap="flat" cmpd="sng" algn="ctr">
                      <a:solidFill>
                        <a:srgbClr val="CADCDC"/>
                      </a:solidFill>
                      <a:prstDash val="dot"/>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US" sz="1000" dirty="0">
                          <a:latin typeface="Raleway" pitchFamily="2" charset="0"/>
                          <a:ea typeface="Raleway"/>
                          <a:cs typeface="Raleway"/>
                          <a:sym typeface="Raleway"/>
                        </a:rPr>
                        <a:t>88%</a:t>
                      </a:r>
                      <a:endParaRPr sz="1000" dirty="0">
                        <a:latin typeface="Raleway" pitchFamily="2" charset="0"/>
                        <a:ea typeface="Raleway"/>
                        <a:cs typeface="Raleway"/>
                        <a:sym typeface="Raleway"/>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ADCDC"/>
                      </a:solidFill>
                      <a:prstDash val="dot"/>
                      <a:round/>
                      <a:headEnd type="none" w="sm" len="sm"/>
                      <a:tailEnd type="none" w="sm" len="sm"/>
                    </a:lnT>
                    <a:lnB w="9525" cap="flat" cmpd="sng" algn="ctr">
                      <a:solidFill>
                        <a:srgbClr val="CADCDC"/>
                      </a:solidFill>
                      <a:prstDash val="dot"/>
                      <a:round/>
                      <a:headEnd type="none" w="sm" len="sm"/>
                      <a:tailEnd type="none" w="sm" len="sm"/>
                    </a:lnB>
                  </a:tcPr>
                </a:tc>
                <a:extLst>
                  <a:ext uri="{0D108BD9-81ED-4DB2-BD59-A6C34878D82A}">
                    <a16:rowId xmlns:a16="http://schemas.microsoft.com/office/drawing/2014/main" val="1635339593"/>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2" name="TextBox 1">
            <a:extLst>
              <a:ext uri="{FF2B5EF4-FFF2-40B4-BE49-F238E27FC236}">
                <a16:creationId xmlns:a16="http://schemas.microsoft.com/office/drawing/2014/main" id="{250ED33A-D17D-4366-AB31-B0DC468007E5}"/>
              </a:ext>
            </a:extLst>
          </p:cNvPr>
          <p:cNvSpPr txBox="1"/>
          <p:nvPr/>
        </p:nvSpPr>
        <p:spPr>
          <a:xfrm>
            <a:off x="1823604" y="1323225"/>
            <a:ext cx="5496791" cy="1815882"/>
          </a:xfrm>
          <a:prstGeom prst="rect">
            <a:avLst/>
          </a:prstGeom>
          <a:noFill/>
        </p:spPr>
        <p:txBody>
          <a:bodyPr wrap="square" rtlCol="0">
            <a:spAutoFit/>
          </a:bodyPr>
          <a:lstStyle/>
          <a:p>
            <a:r>
              <a:rPr lang="en-IN" dirty="0">
                <a:latin typeface="Raleway" pitchFamily="2" charset="0"/>
              </a:rPr>
              <a:t>Project main flow:</a:t>
            </a:r>
          </a:p>
          <a:p>
            <a:endParaRPr lang="en-IN" dirty="0">
              <a:latin typeface="Raleway" pitchFamily="2" charset="0"/>
            </a:endParaRPr>
          </a:p>
          <a:p>
            <a:pPr marL="285750" indent="-285750">
              <a:buFont typeface="Arial" panose="020B0604020202020204" pitchFamily="34" charset="0"/>
              <a:buChar char="•"/>
            </a:pPr>
            <a:r>
              <a:rPr lang="en-IN" dirty="0">
                <a:latin typeface="Raleway" pitchFamily="2" charset="0"/>
              </a:rPr>
              <a:t>Acquire Image.</a:t>
            </a:r>
          </a:p>
          <a:p>
            <a:pPr marL="285750" indent="-285750">
              <a:buFont typeface="Arial" panose="020B0604020202020204" pitchFamily="34" charset="0"/>
              <a:buChar char="•"/>
            </a:pPr>
            <a:r>
              <a:rPr lang="en-IN" dirty="0">
                <a:latin typeface="Raleway" pitchFamily="2" charset="0"/>
              </a:rPr>
              <a:t>Image Acquisition</a:t>
            </a:r>
          </a:p>
          <a:p>
            <a:pPr marL="285750" indent="-285750">
              <a:buFont typeface="Arial" panose="020B0604020202020204" pitchFamily="34" charset="0"/>
              <a:buChar char="•"/>
            </a:pPr>
            <a:r>
              <a:rPr lang="en-IN" dirty="0">
                <a:latin typeface="Raleway" pitchFamily="2" charset="0"/>
              </a:rPr>
              <a:t>Image Pre-processing</a:t>
            </a:r>
          </a:p>
          <a:p>
            <a:pPr marL="285750" indent="-285750">
              <a:buFont typeface="Arial" panose="020B0604020202020204" pitchFamily="34" charset="0"/>
              <a:buChar char="•"/>
            </a:pPr>
            <a:r>
              <a:rPr lang="en-IN" dirty="0">
                <a:latin typeface="Raleway" pitchFamily="2" charset="0"/>
              </a:rPr>
              <a:t>Feature extraction of image </a:t>
            </a:r>
          </a:p>
          <a:p>
            <a:pPr marL="285750" indent="-285750">
              <a:buFont typeface="Arial" panose="020B0604020202020204" pitchFamily="34" charset="0"/>
              <a:buChar char="•"/>
            </a:pPr>
            <a:r>
              <a:rPr lang="en-IN" dirty="0">
                <a:latin typeface="Raleway" pitchFamily="2" charset="0"/>
              </a:rPr>
              <a:t>Classify disease using CNN</a:t>
            </a:r>
          </a:p>
          <a:p>
            <a:pPr marL="285750" indent="-285750">
              <a:buFont typeface="Arial" panose="020B0604020202020204" pitchFamily="34" charset="0"/>
              <a:buChar char="•"/>
            </a:pPr>
            <a:r>
              <a:rPr lang="en-IN" dirty="0">
                <a:latin typeface="Raleway" pitchFamily="2" charset="0"/>
              </a:rPr>
              <a:t>Upload Classified Image and its details</a:t>
            </a:r>
            <a:endParaRPr lang="en-IN" dirty="0"/>
          </a:p>
        </p:txBody>
      </p:sp>
      <p:sp>
        <p:nvSpPr>
          <p:cNvPr id="6" name="Google Shape;189;p26">
            <a:extLst>
              <a:ext uri="{FF2B5EF4-FFF2-40B4-BE49-F238E27FC236}">
                <a16:creationId xmlns:a16="http://schemas.microsoft.com/office/drawing/2014/main" id="{66D3EA04-68BA-42A8-AEF5-39ACAA05F6F2}"/>
              </a:ext>
            </a:extLst>
          </p:cNvPr>
          <p:cNvSpPr txBox="1">
            <a:spLocks noGrp="1"/>
          </p:cNvSpPr>
          <p:nvPr>
            <p:ph type="title"/>
          </p:nvPr>
        </p:nvSpPr>
        <p:spPr>
          <a:xfrm rot="-5400000">
            <a:off x="-2130195" y="2452315"/>
            <a:ext cx="5143502" cy="238872"/>
          </a:xfrm>
          <a:prstGeom prst="rect">
            <a:avLst/>
          </a:prstGeom>
          <a:solidFill>
            <a:schemeClr val="accent1"/>
          </a:solidFill>
          <a:ln>
            <a:solidFill>
              <a:schemeClr val="accent1"/>
            </a:solidFill>
          </a:ln>
        </p:spPr>
        <p:txBody>
          <a:bodyPr spcFirstLastPara="1" wrap="square" lIns="180000" tIns="91425" rIns="504000" bIns="91425" anchor="ctr" anchorCtr="0">
            <a:noAutofit/>
          </a:bodyPr>
          <a:lstStyle/>
          <a:p>
            <a:pPr marL="0" lvl="0" indent="0" algn="r" rtl="0">
              <a:spcBef>
                <a:spcPts val="0"/>
              </a:spcBef>
              <a:spcAft>
                <a:spcPts val="0"/>
              </a:spcAft>
              <a:buNone/>
            </a:pPr>
            <a:r>
              <a:rPr lang="en-US" sz="1400" dirty="0"/>
              <a:t>SYSTEM DESIGN</a:t>
            </a:r>
            <a:r>
              <a:rPr lang="en-US" dirty="0"/>
              <a:t>	</a:t>
            </a:r>
            <a:endParaRPr dirty="0"/>
          </a:p>
        </p:txBody>
      </p:sp>
    </p:spTree>
    <p:extLst>
      <p:ext uri="{BB962C8B-B14F-4D97-AF65-F5344CB8AC3E}">
        <p14:creationId xmlns:p14="http://schemas.microsoft.com/office/powerpoint/2010/main" val="26509387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93"/>
        <p:cNvGrpSpPr/>
        <p:nvPr/>
      </p:nvGrpSpPr>
      <p:grpSpPr>
        <a:xfrm>
          <a:off x="0" y="0"/>
          <a:ext cx="0" cy="0"/>
          <a:chOff x="0" y="0"/>
          <a:chExt cx="0" cy="0"/>
        </a:xfrm>
      </p:grpSpPr>
      <p:sp>
        <p:nvSpPr>
          <p:cNvPr id="794" name="Google Shape;794;p41"/>
          <p:cNvSpPr txBox="1">
            <a:spLocks noGrp="1"/>
          </p:cNvSpPr>
          <p:nvPr>
            <p:ph type="title"/>
          </p:nvPr>
        </p:nvSpPr>
        <p:spPr>
          <a:xfrm rot="-5400000">
            <a:off x="-1703750" y="2544750"/>
            <a:ext cx="4302300" cy="206400"/>
          </a:xfrm>
          <a:prstGeom prst="rect">
            <a:avLst/>
          </a:prstGeom>
        </p:spPr>
        <p:txBody>
          <a:bodyPr spcFirstLastPara="1" wrap="square" lIns="91425" tIns="72000" rIns="91425" bIns="91425" anchor="ctr" anchorCtr="0">
            <a:noAutofit/>
          </a:bodyPr>
          <a:lstStyle/>
          <a:p>
            <a:pPr marL="0" lvl="0" indent="0" algn="r" rtl="0">
              <a:spcBef>
                <a:spcPts val="0"/>
              </a:spcBef>
              <a:spcAft>
                <a:spcPts val="0"/>
              </a:spcAft>
              <a:buNone/>
            </a:pPr>
            <a:r>
              <a:rPr lang="en-US" sz="1600" dirty="0"/>
              <a:t>FLOW DIAGRAM</a:t>
            </a:r>
            <a:endParaRPr sz="1600" dirty="0"/>
          </a:p>
        </p:txBody>
      </p:sp>
      <p:pic>
        <p:nvPicPr>
          <p:cNvPr id="7" name="Picture 6">
            <a:extLst>
              <a:ext uri="{FF2B5EF4-FFF2-40B4-BE49-F238E27FC236}">
                <a16:creationId xmlns:a16="http://schemas.microsoft.com/office/drawing/2014/main" id="{53F6380E-FABC-EC86-023B-572395E05465}"/>
              </a:ext>
            </a:extLst>
          </p:cNvPr>
          <p:cNvPicPr>
            <a:picLocks noChangeAspect="1"/>
          </p:cNvPicPr>
          <p:nvPr/>
        </p:nvPicPr>
        <p:blipFill rotWithShape="1">
          <a:blip r:embed="rId4"/>
          <a:srcRect l="1778"/>
          <a:stretch/>
        </p:blipFill>
        <p:spPr>
          <a:xfrm>
            <a:off x="2812473" y="0"/>
            <a:ext cx="3583908" cy="5143500"/>
          </a:xfrm>
          <a:prstGeom prst="rect">
            <a:avLst/>
          </a:prstGeom>
        </p:spPr>
      </p:pic>
    </p:spTree>
    <p:extLst>
      <p:ext uri="{BB962C8B-B14F-4D97-AF65-F5344CB8AC3E}">
        <p14:creationId xmlns:p14="http://schemas.microsoft.com/office/powerpoint/2010/main" val="38160136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5"/>
          <p:cNvSpPr/>
          <p:nvPr/>
        </p:nvSpPr>
        <p:spPr>
          <a:xfrm>
            <a:off x="1547900" y="1076500"/>
            <a:ext cx="7596000" cy="2887800"/>
          </a:xfrm>
          <a:prstGeom prst="rect">
            <a:avLst/>
          </a:prstGeom>
          <a:solidFill>
            <a:srgbClr val="CADCD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0" name="Google Shape;180;p25"/>
          <p:cNvSpPr txBox="1">
            <a:spLocks noGrp="1"/>
          </p:cNvSpPr>
          <p:nvPr>
            <p:ph type="title"/>
          </p:nvPr>
        </p:nvSpPr>
        <p:spPr>
          <a:xfrm>
            <a:off x="5521500" y="2426200"/>
            <a:ext cx="4959000" cy="644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solidFill>
                  <a:srgbClr val="FFFFFF"/>
                </a:solidFill>
              </a:rPr>
              <a:t>CONCLUSION</a:t>
            </a:r>
            <a:endParaRPr dirty="0">
              <a:solidFill>
                <a:srgbClr val="FFFFFF"/>
              </a:solidFill>
            </a:endParaRPr>
          </a:p>
        </p:txBody>
      </p:sp>
      <p:sp>
        <p:nvSpPr>
          <p:cNvPr id="181" name="Google Shape;181;p25"/>
          <p:cNvSpPr txBox="1">
            <a:spLocks noGrp="1"/>
          </p:cNvSpPr>
          <p:nvPr>
            <p:ph type="subTitle" idx="1"/>
          </p:nvPr>
        </p:nvSpPr>
        <p:spPr>
          <a:xfrm>
            <a:off x="5521500" y="2854825"/>
            <a:ext cx="3888600" cy="469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dirty="0">
              <a:solidFill>
                <a:srgbClr val="FFFFFF"/>
              </a:solidFill>
            </a:endParaRPr>
          </a:p>
        </p:txBody>
      </p:sp>
      <p:sp>
        <p:nvSpPr>
          <p:cNvPr id="182" name="Google Shape;182;p25"/>
          <p:cNvSpPr txBox="1">
            <a:spLocks noGrp="1"/>
          </p:cNvSpPr>
          <p:nvPr>
            <p:ph type="title" idx="2"/>
          </p:nvPr>
        </p:nvSpPr>
        <p:spPr>
          <a:xfrm>
            <a:off x="5521500" y="2210575"/>
            <a:ext cx="1654200" cy="35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rgbClr val="FFFFFF"/>
                </a:solidFill>
              </a:rPr>
              <a:t>8</a:t>
            </a:r>
            <a:endParaRPr dirty="0">
              <a:solidFill>
                <a:srgbClr val="FFFFFF"/>
              </a:solidFill>
            </a:endParaRPr>
          </a:p>
        </p:txBody>
      </p:sp>
      <p:pic>
        <p:nvPicPr>
          <p:cNvPr id="183" name="Google Shape;183;p25"/>
          <p:cNvPicPr preferRelativeResize="0"/>
          <p:nvPr/>
        </p:nvPicPr>
        <p:blipFill rotWithShape="1">
          <a:blip r:embed="rId3">
            <a:alphaModFix/>
          </a:blip>
          <a:srcRect l="16964"/>
          <a:stretch/>
        </p:blipFill>
        <p:spPr>
          <a:xfrm>
            <a:off x="970800" y="1191400"/>
            <a:ext cx="3319425" cy="2647450"/>
          </a:xfrm>
          <a:prstGeom prst="rect">
            <a:avLst/>
          </a:prstGeom>
          <a:noFill/>
          <a:ln>
            <a:noFill/>
          </a:ln>
        </p:spPr>
      </p:pic>
    </p:spTree>
    <p:extLst>
      <p:ext uri="{BB962C8B-B14F-4D97-AF65-F5344CB8AC3E}">
        <p14:creationId xmlns:p14="http://schemas.microsoft.com/office/powerpoint/2010/main" val="35391522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52572B7-CA7F-46B5-BA03-D2E81EDC71BC}"/>
              </a:ext>
            </a:extLst>
          </p:cNvPr>
          <p:cNvSpPr>
            <a:spLocks noGrp="1"/>
          </p:cNvSpPr>
          <p:nvPr>
            <p:ph type="title" idx="2"/>
          </p:nvPr>
        </p:nvSpPr>
        <p:spPr/>
        <p:txBody>
          <a:bodyPr/>
          <a:lstStyle/>
          <a:p>
            <a:endParaRPr lang="en-IN" dirty="0"/>
          </a:p>
        </p:txBody>
      </p:sp>
      <p:pic>
        <p:nvPicPr>
          <p:cNvPr id="6" name="Picture 5">
            <a:extLst>
              <a:ext uri="{FF2B5EF4-FFF2-40B4-BE49-F238E27FC236}">
                <a16:creationId xmlns:a16="http://schemas.microsoft.com/office/drawing/2014/main" id="{CCFA0CDB-2820-4774-AC73-91A029BED257}"/>
              </a:ext>
            </a:extLst>
          </p:cNvPr>
          <p:cNvPicPr>
            <a:picLocks noChangeAspect="1"/>
          </p:cNvPicPr>
          <p:nvPr/>
        </p:nvPicPr>
        <p:blipFill>
          <a:blip r:embed="rId2"/>
          <a:stretch>
            <a:fill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5E0ADD23-5924-4B1B-BCAB-9DCB259EE23D}"/>
              </a:ext>
            </a:extLst>
          </p:cNvPr>
          <p:cNvSpPr txBox="1"/>
          <p:nvPr/>
        </p:nvSpPr>
        <p:spPr>
          <a:xfrm>
            <a:off x="3389466" y="95568"/>
            <a:ext cx="4944043" cy="4216539"/>
          </a:xfrm>
          <a:prstGeom prst="rect">
            <a:avLst/>
          </a:prstGeom>
          <a:noFill/>
        </p:spPr>
        <p:txBody>
          <a:bodyPr wrap="square" rtlCol="0">
            <a:spAutoFit/>
          </a:bodyPr>
          <a:lstStyle/>
          <a:p>
            <a:pPr>
              <a:lnSpc>
                <a:spcPct val="107000"/>
              </a:lnSpc>
              <a:spcAft>
                <a:spcPts val="800"/>
              </a:spcAft>
            </a:pPr>
            <a:r>
              <a:rPr lang="en-US" dirty="0">
                <a:latin typeface="Raleway" pitchFamily="2" charset="0"/>
              </a:rPr>
              <a:t>	</a:t>
            </a:r>
            <a:r>
              <a:rPr lang="en-IN" dirty="0">
                <a:effectLst/>
                <a:latin typeface="Raleway" pitchFamily="2" charset="0"/>
                <a:ea typeface="Calibri" panose="020F0502020204030204" pitchFamily="34" charset="0"/>
                <a:cs typeface="Shruti" panose="020B0502040204020203" pitchFamily="34" charset="0"/>
              </a:rPr>
              <a:t>Skin is an extraordinary human structure. It frequently suffered from many known and unknown disease. Therefore, diagnosis of human skin diseases is the most uncertain and complicated branch of science. It has been observed that most of the cases remain unnoticed because of the lack of better medical infrastructure and facilities. </a:t>
            </a:r>
            <a:r>
              <a:rPr lang="en-IN" kern="100" dirty="0">
                <a:effectLst/>
                <a:latin typeface="Raleway" pitchFamily="2" charset="0"/>
                <a:ea typeface="Calibri" panose="020F0502020204030204" pitchFamily="34" charset="0"/>
                <a:cs typeface="Shruti" panose="020B0502040204020203" pitchFamily="34" charset="0"/>
              </a:rPr>
              <a:t>To evaluate the performance of the proposed system several experiments are conducted on our dataset. This dataset consists around 1159 images which collected </a:t>
            </a:r>
            <a:r>
              <a:rPr lang="en-IN" kern="100" dirty="0" err="1">
                <a:effectLst/>
                <a:latin typeface="Raleway" pitchFamily="2" charset="0"/>
                <a:ea typeface="Calibri" panose="020F0502020204030204" pitchFamily="34" charset="0"/>
                <a:cs typeface="Shruti" panose="020B0502040204020203" pitchFamily="34" charset="0"/>
              </a:rPr>
              <a:t>kaggle</a:t>
            </a:r>
            <a:r>
              <a:rPr lang="en-IN" kern="100" dirty="0">
                <a:effectLst/>
                <a:latin typeface="Raleway" pitchFamily="2" charset="0"/>
                <a:ea typeface="Calibri" panose="020F0502020204030204" pitchFamily="34" charset="0"/>
                <a:cs typeface="Shruti" panose="020B0502040204020203" pitchFamily="34" charset="0"/>
              </a:rPr>
              <a:t>. A comparative study of applying different Feature extraction algorithms with different classifiers and image processing OpenCV  along with machine learning algorithm was accomplished.</a:t>
            </a:r>
          </a:p>
          <a:p>
            <a:pPr>
              <a:lnSpc>
                <a:spcPct val="107000"/>
              </a:lnSpc>
              <a:spcAft>
                <a:spcPts val="800"/>
              </a:spcAft>
            </a:pPr>
            <a:r>
              <a:rPr lang="en-IN" kern="100" dirty="0">
                <a:effectLst/>
                <a:latin typeface="Raleway" pitchFamily="2" charset="0"/>
                <a:ea typeface="Calibri" panose="020F0502020204030204" pitchFamily="34" charset="0"/>
                <a:cs typeface="Shruti" panose="020B0502040204020203" pitchFamily="34" charset="0"/>
              </a:rPr>
              <a:t>This will help in detection of skin disease </a:t>
            </a:r>
            <a:r>
              <a:rPr lang="en-IN" kern="100" dirty="0" err="1">
                <a:effectLst/>
                <a:latin typeface="Raleway" pitchFamily="2" charset="0"/>
                <a:ea typeface="Calibri" panose="020F0502020204030204" pitchFamily="34" charset="0"/>
                <a:cs typeface="Shruti" panose="020B0502040204020203" pitchFamily="34" charset="0"/>
              </a:rPr>
              <a:t>upto</a:t>
            </a:r>
            <a:r>
              <a:rPr lang="en-IN" kern="100" dirty="0">
                <a:effectLst/>
                <a:latin typeface="Raleway" pitchFamily="2" charset="0"/>
                <a:ea typeface="Calibri" panose="020F0502020204030204" pitchFamily="34" charset="0"/>
                <a:cs typeface="Shruti" panose="020B0502040204020203" pitchFamily="34" charset="0"/>
              </a:rPr>
              <a:t> 70 -100% in rural parts of India where there is already a huge lack of basic medical facilities.</a:t>
            </a:r>
          </a:p>
          <a:p>
            <a:endParaRPr lang="en-IN" sz="1500" dirty="0">
              <a:solidFill>
                <a:schemeClr val="bg1"/>
              </a:solidFill>
              <a:latin typeface="Raleway" pitchFamily="2" charset="0"/>
            </a:endParaRPr>
          </a:p>
        </p:txBody>
      </p:sp>
    </p:spTree>
    <p:extLst>
      <p:ext uri="{BB962C8B-B14F-4D97-AF65-F5344CB8AC3E}">
        <p14:creationId xmlns:p14="http://schemas.microsoft.com/office/powerpoint/2010/main" val="38351781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7"/>
        <p:cNvGrpSpPr/>
        <p:nvPr/>
      </p:nvGrpSpPr>
      <p:grpSpPr>
        <a:xfrm>
          <a:off x="0" y="0"/>
          <a:ext cx="0" cy="0"/>
          <a:chOff x="0" y="0"/>
          <a:chExt cx="0" cy="0"/>
        </a:xfrm>
      </p:grpSpPr>
      <p:sp>
        <p:nvSpPr>
          <p:cNvPr id="128" name="Google Shape;128;p21"/>
          <p:cNvSpPr txBox="1">
            <a:spLocks noGrp="1"/>
          </p:cNvSpPr>
          <p:nvPr>
            <p:ph type="ctrTitle"/>
          </p:nvPr>
        </p:nvSpPr>
        <p:spPr>
          <a:xfrm>
            <a:off x="2883300" y="1876294"/>
            <a:ext cx="3377400" cy="64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solidFill>
                  <a:srgbClr val="FFFFFF"/>
                </a:solidFill>
              </a:rPr>
              <a:t>THANK YOU</a:t>
            </a:r>
            <a:endParaRPr dirty="0">
              <a:solidFill>
                <a:srgbClr val="FFFFFF"/>
              </a:solidFill>
            </a:endParaRPr>
          </a:p>
        </p:txBody>
      </p:sp>
      <p:cxnSp>
        <p:nvCxnSpPr>
          <p:cNvPr id="130" name="Google Shape;130;p21"/>
          <p:cNvCxnSpPr/>
          <p:nvPr/>
        </p:nvCxnSpPr>
        <p:spPr>
          <a:xfrm>
            <a:off x="3411150" y="1395788"/>
            <a:ext cx="2321700" cy="0"/>
          </a:xfrm>
          <a:prstGeom prst="straightConnector1">
            <a:avLst/>
          </a:prstGeom>
          <a:noFill/>
          <a:ln w="9525" cap="flat" cmpd="sng">
            <a:solidFill>
              <a:srgbClr val="FFFFFF"/>
            </a:solidFill>
            <a:prstDash val="dot"/>
            <a:round/>
            <a:headEnd type="none" w="med" len="med"/>
            <a:tailEnd type="none" w="med" len="med"/>
          </a:ln>
        </p:spPr>
      </p:cxnSp>
      <p:cxnSp>
        <p:nvCxnSpPr>
          <p:cNvPr id="131" name="Google Shape;131;p21"/>
          <p:cNvCxnSpPr/>
          <p:nvPr/>
        </p:nvCxnSpPr>
        <p:spPr>
          <a:xfrm>
            <a:off x="3411150" y="3003900"/>
            <a:ext cx="2321700" cy="0"/>
          </a:xfrm>
          <a:prstGeom prst="straightConnector1">
            <a:avLst/>
          </a:prstGeom>
          <a:noFill/>
          <a:ln w="9525" cap="flat" cmpd="sng">
            <a:solidFill>
              <a:srgbClr val="FFFFFF"/>
            </a:solidFill>
            <a:prstDash val="dot"/>
            <a:round/>
            <a:headEnd type="none" w="med" len="med"/>
            <a:tailEnd type="none" w="med" len="med"/>
          </a:ln>
        </p:spPr>
      </p:cxnSp>
    </p:spTree>
    <p:extLst>
      <p:ext uri="{BB962C8B-B14F-4D97-AF65-F5344CB8AC3E}">
        <p14:creationId xmlns:p14="http://schemas.microsoft.com/office/powerpoint/2010/main" val="1392275985"/>
      </p:ext>
    </p:extLst>
  </p:cSld>
  <p:clrMapOvr>
    <a:masterClrMapping/>
  </p:clrMapOvr>
</p:sld>
</file>

<file path=ppt/theme/theme1.xml><?xml version="1.0" encoding="utf-8"?>
<a:theme xmlns:a="http://schemas.openxmlformats.org/drawingml/2006/main" name="MINIMALIST DISEASE ">
  <a:themeElements>
    <a:clrScheme name="Simple Light">
      <a:dk1>
        <a:srgbClr val="000000"/>
      </a:dk1>
      <a:lt1>
        <a:srgbClr val="FFFFFF"/>
      </a:lt1>
      <a:dk2>
        <a:srgbClr val="595959"/>
      </a:dk2>
      <a:lt2>
        <a:srgbClr val="EEEEEE"/>
      </a:lt2>
      <a:accent1>
        <a:srgbClr val="CADCDC"/>
      </a:accent1>
      <a:accent2>
        <a:srgbClr val="5F7D95"/>
      </a:accent2>
      <a:accent3>
        <a:srgbClr val="DADCDE"/>
      </a:accent3>
      <a:accent4>
        <a:srgbClr val="E8E9E9"/>
      </a:accent4>
      <a:accent5>
        <a:srgbClr val="CFD9E0"/>
      </a:accent5>
      <a:accent6>
        <a:srgbClr val="435D74"/>
      </a:accent6>
      <a:hlink>
        <a:srgbClr val="435D7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2088</TotalTime>
  <Words>1004</Words>
  <Application>Microsoft Office PowerPoint</Application>
  <PresentationFormat>On-screen Show (16:9)</PresentationFormat>
  <Paragraphs>135</Paragraphs>
  <Slides>23</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Raleway</vt:lpstr>
      <vt:lpstr>MINIMALIST DISEASE </vt:lpstr>
      <vt:lpstr>SKIN DISEASE CLASSIFICATION</vt:lpstr>
      <vt:lpstr>INTRODUCTION</vt:lpstr>
      <vt:lpstr>INTRODUCTION</vt:lpstr>
      <vt:lpstr>INTRODUCTION</vt:lpstr>
      <vt:lpstr>PROBLEM DEFINITION</vt:lpstr>
      <vt:lpstr>PROBLEM  DEFINITION</vt:lpstr>
      <vt:lpstr>SCOPE OF PROJECT</vt:lpstr>
      <vt:lpstr>SCOPE OF PROJECT  </vt:lpstr>
      <vt:lpstr>SCOPE OF PROJECT</vt:lpstr>
      <vt:lpstr>TOOLS AND TECHNOLOGY</vt:lpstr>
      <vt:lpstr>TOOLS AND TECHNOLOGY</vt:lpstr>
      <vt:lpstr>EXISTING SYSTEM</vt:lpstr>
      <vt:lpstr>EXISTING SYSTEM</vt:lpstr>
      <vt:lpstr>PROPOSED SYSTEM</vt:lpstr>
      <vt:lpstr>PROPOSED SYSTEM</vt:lpstr>
      <vt:lpstr>ADVANTAGES AND GOALS</vt:lpstr>
      <vt:lpstr>SYSTEM DESIGN</vt:lpstr>
      <vt:lpstr>RESEARCH  PAPERS</vt:lpstr>
      <vt:lpstr>SYSTEM DESIGN </vt:lpstr>
      <vt:lpstr>FLOW DIAGRAM</vt:lpstr>
      <vt:lpstr>CONCLUSION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DIGITALIZATION OF HOSPITAL</dc:title>
  <dc:creator>dc</dc:creator>
  <cp:lastModifiedBy>Himanshi Patel</cp:lastModifiedBy>
  <cp:revision>105</cp:revision>
  <dcterms:modified xsi:type="dcterms:W3CDTF">2024-01-19T07:09:21Z</dcterms:modified>
</cp:coreProperties>
</file>